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701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F8CC2E-2F89-4076-B747-4392F68C7409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CF3184D-9CED-4454-9DD8-7D2B849077BA}">
      <dgm:prSet/>
      <dgm:spPr/>
      <dgm:t>
        <a:bodyPr/>
        <a:lstStyle/>
        <a:p>
          <a:r>
            <a:rPr lang="en-US"/>
            <a:t>Integrated assembler and emulator</a:t>
          </a:r>
        </a:p>
      </dgm:t>
    </dgm:pt>
    <dgm:pt modelId="{A78191EE-4E3F-449C-B555-7E628012324F}" type="parTrans" cxnId="{6C8A91FA-6899-4B00-8955-B734F39FCB0A}">
      <dgm:prSet/>
      <dgm:spPr/>
      <dgm:t>
        <a:bodyPr/>
        <a:lstStyle/>
        <a:p>
          <a:endParaRPr lang="en-US"/>
        </a:p>
      </dgm:t>
    </dgm:pt>
    <dgm:pt modelId="{66C0E340-431E-4D66-B482-E09E230B42BE}" type="sibTrans" cxnId="{6C8A91FA-6899-4B00-8955-B734F39FCB0A}">
      <dgm:prSet/>
      <dgm:spPr/>
      <dgm:t>
        <a:bodyPr/>
        <a:lstStyle/>
        <a:p>
          <a:endParaRPr lang="en-US"/>
        </a:p>
      </dgm:t>
    </dgm:pt>
    <dgm:pt modelId="{76A82DE2-936B-4029-AABC-8F7F9A637747}">
      <dgm:prSet/>
      <dgm:spPr/>
      <dgm:t>
        <a:bodyPr/>
        <a:lstStyle/>
        <a:p>
          <a:r>
            <a:rPr lang="en-US"/>
            <a:t>Strong debugging &amp; memory monitoring</a:t>
          </a:r>
        </a:p>
      </dgm:t>
    </dgm:pt>
    <dgm:pt modelId="{51ABB842-ADC4-46D7-9174-B37D2C2D6265}" type="parTrans" cxnId="{99C93C34-FD5C-4D81-8B71-477A791F1326}">
      <dgm:prSet/>
      <dgm:spPr/>
      <dgm:t>
        <a:bodyPr/>
        <a:lstStyle/>
        <a:p>
          <a:endParaRPr lang="en-US"/>
        </a:p>
      </dgm:t>
    </dgm:pt>
    <dgm:pt modelId="{E0C41209-2AFB-4648-A87E-58E6A5F8DB47}" type="sibTrans" cxnId="{99C93C34-FD5C-4D81-8B71-477A791F1326}">
      <dgm:prSet/>
      <dgm:spPr/>
      <dgm:t>
        <a:bodyPr/>
        <a:lstStyle/>
        <a:p>
          <a:endParaRPr lang="en-US"/>
        </a:p>
      </dgm:t>
    </dgm:pt>
    <dgm:pt modelId="{2C766270-CECD-475F-955D-BFC7F185128A}">
      <dgm:prSet/>
      <dgm:spPr/>
      <dgm:t>
        <a:bodyPr/>
        <a:lstStyle/>
        <a:p>
          <a:r>
            <a:rPr lang="en-US"/>
            <a:t>Why emu8086?</a:t>
          </a:r>
        </a:p>
      </dgm:t>
    </dgm:pt>
    <dgm:pt modelId="{D22405DF-DD2D-4E11-B541-430F7299CFB0}" type="parTrans" cxnId="{BAB26A4E-D9E7-49FF-A45F-EF014E263FB6}">
      <dgm:prSet/>
      <dgm:spPr/>
      <dgm:t>
        <a:bodyPr/>
        <a:lstStyle/>
        <a:p>
          <a:endParaRPr lang="en-US"/>
        </a:p>
      </dgm:t>
    </dgm:pt>
    <dgm:pt modelId="{DBBF9A15-5B1A-46E5-BC2D-C46A3D66371F}" type="sibTrans" cxnId="{BAB26A4E-D9E7-49FF-A45F-EF014E263FB6}">
      <dgm:prSet/>
      <dgm:spPr/>
      <dgm:t>
        <a:bodyPr/>
        <a:lstStyle/>
        <a:p>
          <a:endParaRPr lang="en-US"/>
        </a:p>
      </dgm:t>
    </dgm:pt>
    <dgm:pt modelId="{CDF1369E-C3E0-4276-B369-F40FAA7B94B5}">
      <dgm:prSet/>
      <dgm:spPr/>
      <dgm:t>
        <a:bodyPr/>
        <a:lstStyle/>
        <a:p>
          <a:r>
            <a:rPr lang="en-US"/>
            <a:t>• Beginner-friendly • Step-by-step execution</a:t>
          </a:r>
        </a:p>
      </dgm:t>
    </dgm:pt>
    <dgm:pt modelId="{48928616-C20F-49D0-96EF-B5A2A72AA7BD}" type="parTrans" cxnId="{A7E9C2EA-952D-44B1-80D7-6F71E55168ED}">
      <dgm:prSet/>
      <dgm:spPr/>
      <dgm:t>
        <a:bodyPr/>
        <a:lstStyle/>
        <a:p>
          <a:endParaRPr lang="en-US"/>
        </a:p>
      </dgm:t>
    </dgm:pt>
    <dgm:pt modelId="{D5BAC616-CF0D-477E-8CD0-FC3E27C4B3D9}" type="sibTrans" cxnId="{A7E9C2EA-952D-44B1-80D7-6F71E55168ED}">
      <dgm:prSet/>
      <dgm:spPr/>
      <dgm:t>
        <a:bodyPr/>
        <a:lstStyle/>
        <a:p>
          <a:endParaRPr lang="en-US"/>
        </a:p>
      </dgm:t>
    </dgm:pt>
    <dgm:pt modelId="{B7765731-2752-4CD3-B043-C823D3E5EF37}" type="pres">
      <dgm:prSet presAssocID="{9CF8CC2E-2F89-4076-B747-4392F68C7409}" presName="matrix" presStyleCnt="0">
        <dgm:presLayoutVars>
          <dgm:chMax val="1"/>
          <dgm:dir/>
          <dgm:resizeHandles val="exact"/>
        </dgm:presLayoutVars>
      </dgm:prSet>
      <dgm:spPr/>
    </dgm:pt>
    <dgm:pt modelId="{9D3E12E6-D986-47BE-94BA-F6A920863454}" type="pres">
      <dgm:prSet presAssocID="{9CF8CC2E-2F89-4076-B747-4392F68C7409}" presName="diamond" presStyleLbl="bgShp" presStyleIdx="0" presStyleCnt="1"/>
      <dgm:spPr/>
    </dgm:pt>
    <dgm:pt modelId="{20DBF707-BFE8-4CFD-9F5C-D54D5F208689}" type="pres">
      <dgm:prSet presAssocID="{9CF8CC2E-2F89-4076-B747-4392F68C740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1EBADFC-D079-427F-B030-1686C11B5FE3}" type="pres">
      <dgm:prSet presAssocID="{9CF8CC2E-2F89-4076-B747-4392F68C740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74F06FB-BCF4-42FA-A858-2D20D4430E1C}" type="pres">
      <dgm:prSet presAssocID="{9CF8CC2E-2F89-4076-B747-4392F68C740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5844DE4-58C2-410B-9008-FC45DB7EF918}" type="pres">
      <dgm:prSet presAssocID="{9CF8CC2E-2F89-4076-B747-4392F68C740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9C93C34-FD5C-4D81-8B71-477A791F1326}" srcId="{9CF8CC2E-2F89-4076-B747-4392F68C7409}" destId="{76A82DE2-936B-4029-AABC-8F7F9A637747}" srcOrd="1" destOrd="0" parTransId="{51ABB842-ADC4-46D7-9174-B37D2C2D6265}" sibTransId="{E0C41209-2AFB-4648-A87E-58E6A5F8DB47}"/>
    <dgm:cxn modelId="{D5BAE35C-6F89-4118-BB08-E4C50C002734}" type="presOf" srcId="{2C766270-CECD-475F-955D-BFC7F185128A}" destId="{E74F06FB-BCF4-42FA-A858-2D20D4430E1C}" srcOrd="0" destOrd="0" presId="urn:microsoft.com/office/officeart/2005/8/layout/matrix3"/>
    <dgm:cxn modelId="{AB5AF846-447C-454C-B1A3-612AC261307E}" type="presOf" srcId="{9CF8CC2E-2F89-4076-B747-4392F68C7409}" destId="{B7765731-2752-4CD3-B043-C823D3E5EF37}" srcOrd="0" destOrd="0" presId="urn:microsoft.com/office/officeart/2005/8/layout/matrix3"/>
    <dgm:cxn modelId="{BAB26A4E-D9E7-49FF-A45F-EF014E263FB6}" srcId="{9CF8CC2E-2F89-4076-B747-4392F68C7409}" destId="{2C766270-CECD-475F-955D-BFC7F185128A}" srcOrd="2" destOrd="0" parTransId="{D22405DF-DD2D-4E11-B541-430F7299CFB0}" sibTransId="{DBBF9A15-5B1A-46E5-BC2D-C46A3D66371F}"/>
    <dgm:cxn modelId="{F96B394F-5BE8-4268-B1F3-1198A4C72112}" type="presOf" srcId="{76A82DE2-936B-4029-AABC-8F7F9A637747}" destId="{41EBADFC-D079-427F-B030-1686C11B5FE3}" srcOrd="0" destOrd="0" presId="urn:microsoft.com/office/officeart/2005/8/layout/matrix3"/>
    <dgm:cxn modelId="{56935553-FF31-46FE-822A-091B325DD3CF}" type="presOf" srcId="{8CF3184D-9CED-4454-9DD8-7D2B849077BA}" destId="{20DBF707-BFE8-4CFD-9F5C-D54D5F208689}" srcOrd="0" destOrd="0" presId="urn:microsoft.com/office/officeart/2005/8/layout/matrix3"/>
    <dgm:cxn modelId="{660D5784-E2F4-4467-8A89-8FEE55594716}" type="presOf" srcId="{CDF1369E-C3E0-4276-B369-F40FAA7B94B5}" destId="{75844DE4-58C2-410B-9008-FC45DB7EF918}" srcOrd="0" destOrd="0" presId="urn:microsoft.com/office/officeart/2005/8/layout/matrix3"/>
    <dgm:cxn modelId="{A7E9C2EA-952D-44B1-80D7-6F71E55168ED}" srcId="{9CF8CC2E-2F89-4076-B747-4392F68C7409}" destId="{CDF1369E-C3E0-4276-B369-F40FAA7B94B5}" srcOrd="3" destOrd="0" parTransId="{48928616-C20F-49D0-96EF-B5A2A72AA7BD}" sibTransId="{D5BAC616-CF0D-477E-8CD0-FC3E27C4B3D9}"/>
    <dgm:cxn modelId="{6C8A91FA-6899-4B00-8955-B734F39FCB0A}" srcId="{9CF8CC2E-2F89-4076-B747-4392F68C7409}" destId="{8CF3184D-9CED-4454-9DD8-7D2B849077BA}" srcOrd="0" destOrd="0" parTransId="{A78191EE-4E3F-449C-B555-7E628012324F}" sibTransId="{66C0E340-431E-4D66-B482-E09E230B42BE}"/>
    <dgm:cxn modelId="{2F5EF464-8E8D-4DBC-ABEC-467309F273B3}" type="presParOf" srcId="{B7765731-2752-4CD3-B043-C823D3E5EF37}" destId="{9D3E12E6-D986-47BE-94BA-F6A920863454}" srcOrd="0" destOrd="0" presId="urn:microsoft.com/office/officeart/2005/8/layout/matrix3"/>
    <dgm:cxn modelId="{F8BED446-B841-4D28-BF50-37D31440795B}" type="presParOf" srcId="{B7765731-2752-4CD3-B043-C823D3E5EF37}" destId="{20DBF707-BFE8-4CFD-9F5C-D54D5F208689}" srcOrd="1" destOrd="0" presId="urn:microsoft.com/office/officeart/2005/8/layout/matrix3"/>
    <dgm:cxn modelId="{40FC4885-A829-4005-9FDC-ABE31A9D442A}" type="presParOf" srcId="{B7765731-2752-4CD3-B043-C823D3E5EF37}" destId="{41EBADFC-D079-427F-B030-1686C11B5FE3}" srcOrd="2" destOrd="0" presId="urn:microsoft.com/office/officeart/2005/8/layout/matrix3"/>
    <dgm:cxn modelId="{1BC1AFA2-8DCB-49CC-82DC-C5A6DAA3232B}" type="presParOf" srcId="{B7765731-2752-4CD3-B043-C823D3E5EF37}" destId="{E74F06FB-BCF4-42FA-A858-2D20D4430E1C}" srcOrd="3" destOrd="0" presId="urn:microsoft.com/office/officeart/2005/8/layout/matrix3"/>
    <dgm:cxn modelId="{2A78CBD8-F342-4C74-9C8C-781D6C16048D}" type="presParOf" srcId="{B7765731-2752-4CD3-B043-C823D3E5EF37}" destId="{75844DE4-58C2-410B-9008-FC45DB7EF918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CE5585B-E226-4E21-BA89-3D9BE233EE9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D82827E-D2EA-43A2-94BF-9E3D364818ED}">
      <dgm:prSet/>
      <dgm:spPr/>
      <dgm:t>
        <a:bodyPr/>
        <a:lstStyle/>
        <a:p>
          <a:r>
            <a:rPr lang="en-US"/>
            <a:t>Memory management with segments</a:t>
          </a:r>
        </a:p>
      </dgm:t>
    </dgm:pt>
    <dgm:pt modelId="{B3FBF009-A1EB-4B06-8AA5-26C4244C4873}" type="parTrans" cxnId="{25A701A7-EC7F-4F56-B25E-874B33A238FC}">
      <dgm:prSet/>
      <dgm:spPr/>
      <dgm:t>
        <a:bodyPr/>
        <a:lstStyle/>
        <a:p>
          <a:endParaRPr lang="en-US"/>
        </a:p>
      </dgm:t>
    </dgm:pt>
    <dgm:pt modelId="{EF4F8E88-EC51-4D21-9576-144B1F98F2B7}" type="sibTrans" cxnId="{25A701A7-EC7F-4F56-B25E-874B33A238FC}">
      <dgm:prSet/>
      <dgm:spPr/>
      <dgm:t>
        <a:bodyPr/>
        <a:lstStyle/>
        <a:p>
          <a:endParaRPr lang="en-US"/>
        </a:p>
      </dgm:t>
    </dgm:pt>
    <dgm:pt modelId="{896FAE28-9514-412E-B1BC-3E927AA65F4B}">
      <dgm:prSet/>
      <dgm:spPr/>
      <dgm:t>
        <a:bodyPr/>
        <a:lstStyle/>
        <a:p>
          <a:r>
            <a:rPr lang="en-US"/>
            <a:t>I/O using DOS interrupts</a:t>
          </a:r>
        </a:p>
      </dgm:t>
    </dgm:pt>
    <dgm:pt modelId="{5D9F8097-1767-4271-B454-3C0001D33226}" type="parTrans" cxnId="{FF13FC67-7709-4746-A74E-A0ACB4585E0B}">
      <dgm:prSet/>
      <dgm:spPr/>
      <dgm:t>
        <a:bodyPr/>
        <a:lstStyle/>
        <a:p>
          <a:endParaRPr lang="en-US"/>
        </a:p>
      </dgm:t>
    </dgm:pt>
    <dgm:pt modelId="{7977C0A5-CA03-42F7-9AFF-C88D84BCCF3D}" type="sibTrans" cxnId="{FF13FC67-7709-4746-A74E-A0ACB4585E0B}">
      <dgm:prSet/>
      <dgm:spPr/>
      <dgm:t>
        <a:bodyPr/>
        <a:lstStyle/>
        <a:p>
          <a:endParaRPr lang="en-US"/>
        </a:p>
      </dgm:t>
    </dgm:pt>
    <dgm:pt modelId="{DCD635F3-CFA0-450A-B441-49D4519EA5D2}">
      <dgm:prSet/>
      <dgm:spPr/>
      <dgm:t>
        <a:bodyPr/>
        <a:lstStyle/>
        <a:p>
          <a:r>
            <a:rPr lang="en-US"/>
            <a:t>Logic for win-checking &amp; board updates</a:t>
          </a:r>
        </a:p>
      </dgm:t>
    </dgm:pt>
    <dgm:pt modelId="{A9AC1D40-CBA9-4E4B-92D1-8A1778F2328D}" type="parTrans" cxnId="{09D8EE6E-F599-4126-806C-FDC0DA20CA3F}">
      <dgm:prSet/>
      <dgm:spPr/>
      <dgm:t>
        <a:bodyPr/>
        <a:lstStyle/>
        <a:p>
          <a:endParaRPr lang="en-US"/>
        </a:p>
      </dgm:t>
    </dgm:pt>
    <dgm:pt modelId="{4DFD0A44-1C9C-4D3A-8ED5-4F93D02C0692}" type="sibTrans" cxnId="{09D8EE6E-F599-4126-806C-FDC0DA20CA3F}">
      <dgm:prSet/>
      <dgm:spPr/>
      <dgm:t>
        <a:bodyPr/>
        <a:lstStyle/>
        <a:p>
          <a:endParaRPr lang="en-US"/>
        </a:p>
      </dgm:t>
    </dgm:pt>
    <dgm:pt modelId="{64665AF9-C23F-4D07-9BF3-6C6194A63CC4}">
      <dgm:prSet/>
      <dgm:spPr/>
      <dgm:t>
        <a:bodyPr/>
        <a:lstStyle/>
        <a:p>
          <a:r>
            <a:rPr lang="en-US"/>
            <a:t>Limited registers → optimization challenges</a:t>
          </a:r>
        </a:p>
      </dgm:t>
    </dgm:pt>
    <dgm:pt modelId="{2CC3D0F9-6544-400C-9E3F-B5E00CCFFC5B}" type="parTrans" cxnId="{0F852083-A2A8-4728-9EB6-FFF5D27567E0}">
      <dgm:prSet/>
      <dgm:spPr/>
      <dgm:t>
        <a:bodyPr/>
        <a:lstStyle/>
        <a:p>
          <a:endParaRPr lang="en-US"/>
        </a:p>
      </dgm:t>
    </dgm:pt>
    <dgm:pt modelId="{125CEF19-11F8-4B44-9128-A2AD9E21F793}" type="sibTrans" cxnId="{0F852083-A2A8-4728-9EB6-FFF5D27567E0}">
      <dgm:prSet/>
      <dgm:spPr/>
      <dgm:t>
        <a:bodyPr/>
        <a:lstStyle/>
        <a:p>
          <a:endParaRPr lang="en-US"/>
        </a:p>
      </dgm:t>
    </dgm:pt>
    <dgm:pt modelId="{6F05944B-224F-494E-A908-E4CA13B59008}" type="pres">
      <dgm:prSet presAssocID="{FCE5585B-E226-4E21-BA89-3D9BE233EE92}" presName="linear" presStyleCnt="0">
        <dgm:presLayoutVars>
          <dgm:animLvl val="lvl"/>
          <dgm:resizeHandles val="exact"/>
        </dgm:presLayoutVars>
      </dgm:prSet>
      <dgm:spPr/>
    </dgm:pt>
    <dgm:pt modelId="{B4A4E7ED-38D3-48A3-9C01-0528B7F475D5}" type="pres">
      <dgm:prSet presAssocID="{3D82827E-D2EA-43A2-94BF-9E3D364818E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91F8C5D-236F-4047-910A-9A295AFA39A7}" type="pres">
      <dgm:prSet presAssocID="{EF4F8E88-EC51-4D21-9576-144B1F98F2B7}" presName="spacer" presStyleCnt="0"/>
      <dgm:spPr/>
    </dgm:pt>
    <dgm:pt modelId="{C5273359-586E-4C93-8938-584BD3EFA13A}" type="pres">
      <dgm:prSet presAssocID="{896FAE28-9514-412E-B1BC-3E927AA65F4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C59BCD5-0113-4F86-A556-A490279F8878}" type="pres">
      <dgm:prSet presAssocID="{7977C0A5-CA03-42F7-9AFF-C88D84BCCF3D}" presName="spacer" presStyleCnt="0"/>
      <dgm:spPr/>
    </dgm:pt>
    <dgm:pt modelId="{C03AAB8C-B37E-46E4-9D09-A07952B74597}" type="pres">
      <dgm:prSet presAssocID="{DCD635F3-CFA0-450A-B441-49D4519EA5D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2EC6816-83E0-4B8C-BA98-587CAAF78B0E}" type="pres">
      <dgm:prSet presAssocID="{4DFD0A44-1C9C-4D3A-8ED5-4F93D02C0692}" presName="spacer" presStyleCnt="0"/>
      <dgm:spPr/>
    </dgm:pt>
    <dgm:pt modelId="{2C2D401E-BFA0-47BD-BAE4-63C100F1A668}" type="pres">
      <dgm:prSet presAssocID="{64665AF9-C23F-4D07-9BF3-6C6194A63CC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EF36D16-43E0-463E-B586-E530DE8B2884}" type="presOf" srcId="{3D82827E-D2EA-43A2-94BF-9E3D364818ED}" destId="{B4A4E7ED-38D3-48A3-9C01-0528B7F475D5}" srcOrd="0" destOrd="0" presId="urn:microsoft.com/office/officeart/2005/8/layout/vList2"/>
    <dgm:cxn modelId="{7DA08B16-66F0-40AE-A059-790A0F53D762}" type="presOf" srcId="{64665AF9-C23F-4D07-9BF3-6C6194A63CC4}" destId="{2C2D401E-BFA0-47BD-BAE4-63C100F1A668}" srcOrd="0" destOrd="0" presId="urn:microsoft.com/office/officeart/2005/8/layout/vList2"/>
    <dgm:cxn modelId="{324B7E67-8BBF-400C-B00C-5ABFC96D3D45}" type="presOf" srcId="{DCD635F3-CFA0-450A-B441-49D4519EA5D2}" destId="{C03AAB8C-B37E-46E4-9D09-A07952B74597}" srcOrd="0" destOrd="0" presId="urn:microsoft.com/office/officeart/2005/8/layout/vList2"/>
    <dgm:cxn modelId="{FF13FC67-7709-4746-A74E-A0ACB4585E0B}" srcId="{FCE5585B-E226-4E21-BA89-3D9BE233EE92}" destId="{896FAE28-9514-412E-B1BC-3E927AA65F4B}" srcOrd="1" destOrd="0" parTransId="{5D9F8097-1767-4271-B454-3C0001D33226}" sibTransId="{7977C0A5-CA03-42F7-9AFF-C88D84BCCF3D}"/>
    <dgm:cxn modelId="{ED54B94B-E155-48F9-91B6-61B6C3CB95C3}" type="presOf" srcId="{896FAE28-9514-412E-B1BC-3E927AA65F4B}" destId="{C5273359-586E-4C93-8938-584BD3EFA13A}" srcOrd="0" destOrd="0" presId="urn:microsoft.com/office/officeart/2005/8/layout/vList2"/>
    <dgm:cxn modelId="{09D8EE6E-F599-4126-806C-FDC0DA20CA3F}" srcId="{FCE5585B-E226-4E21-BA89-3D9BE233EE92}" destId="{DCD635F3-CFA0-450A-B441-49D4519EA5D2}" srcOrd="2" destOrd="0" parTransId="{A9AC1D40-CBA9-4E4B-92D1-8A1778F2328D}" sibTransId="{4DFD0A44-1C9C-4D3A-8ED5-4F93D02C0692}"/>
    <dgm:cxn modelId="{0F852083-A2A8-4728-9EB6-FFF5D27567E0}" srcId="{FCE5585B-E226-4E21-BA89-3D9BE233EE92}" destId="{64665AF9-C23F-4D07-9BF3-6C6194A63CC4}" srcOrd="3" destOrd="0" parTransId="{2CC3D0F9-6544-400C-9E3F-B5E00CCFFC5B}" sibTransId="{125CEF19-11F8-4B44-9128-A2AD9E21F793}"/>
    <dgm:cxn modelId="{25A701A7-EC7F-4F56-B25E-874B33A238FC}" srcId="{FCE5585B-E226-4E21-BA89-3D9BE233EE92}" destId="{3D82827E-D2EA-43A2-94BF-9E3D364818ED}" srcOrd="0" destOrd="0" parTransId="{B3FBF009-A1EB-4B06-8AA5-26C4244C4873}" sibTransId="{EF4F8E88-EC51-4D21-9576-144B1F98F2B7}"/>
    <dgm:cxn modelId="{4743AEDD-59B0-4F16-AEC8-4632E24DCC6B}" type="presOf" srcId="{FCE5585B-E226-4E21-BA89-3D9BE233EE92}" destId="{6F05944B-224F-494E-A908-E4CA13B59008}" srcOrd="0" destOrd="0" presId="urn:microsoft.com/office/officeart/2005/8/layout/vList2"/>
    <dgm:cxn modelId="{D264752A-FD6A-47EB-B4FD-C8382A6C5B4F}" type="presParOf" srcId="{6F05944B-224F-494E-A908-E4CA13B59008}" destId="{B4A4E7ED-38D3-48A3-9C01-0528B7F475D5}" srcOrd="0" destOrd="0" presId="urn:microsoft.com/office/officeart/2005/8/layout/vList2"/>
    <dgm:cxn modelId="{9A781048-915C-4AA2-B2F3-EF99EEBCA06F}" type="presParOf" srcId="{6F05944B-224F-494E-A908-E4CA13B59008}" destId="{B91F8C5D-236F-4047-910A-9A295AFA39A7}" srcOrd="1" destOrd="0" presId="urn:microsoft.com/office/officeart/2005/8/layout/vList2"/>
    <dgm:cxn modelId="{1062D073-B1F5-4894-87D8-AFE12E47672F}" type="presParOf" srcId="{6F05944B-224F-494E-A908-E4CA13B59008}" destId="{C5273359-586E-4C93-8938-584BD3EFA13A}" srcOrd="2" destOrd="0" presId="urn:microsoft.com/office/officeart/2005/8/layout/vList2"/>
    <dgm:cxn modelId="{44CF81DA-FEA1-43DF-89D1-CB3BDCF05CE4}" type="presParOf" srcId="{6F05944B-224F-494E-A908-E4CA13B59008}" destId="{8C59BCD5-0113-4F86-A556-A490279F8878}" srcOrd="3" destOrd="0" presId="urn:microsoft.com/office/officeart/2005/8/layout/vList2"/>
    <dgm:cxn modelId="{26733791-D8A2-484F-846D-959E77780F5E}" type="presParOf" srcId="{6F05944B-224F-494E-A908-E4CA13B59008}" destId="{C03AAB8C-B37E-46E4-9D09-A07952B74597}" srcOrd="4" destOrd="0" presId="urn:microsoft.com/office/officeart/2005/8/layout/vList2"/>
    <dgm:cxn modelId="{B2CD091A-344C-4E18-B82C-2AC6E1E14DB5}" type="presParOf" srcId="{6F05944B-224F-494E-A908-E4CA13B59008}" destId="{12EC6816-83E0-4B8C-BA98-587CAAF78B0E}" srcOrd="5" destOrd="0" presId="urn:microsoft.com/office/officeart/2005/8/layout/vList2"/>
    <dgm:cxn modelId="{02AE71AA-1D7A-4BB6-BF38-30622ADECF9B}" type="presParOf" srcId="{6F05944B-224F-494E-A908-E4CA13B59008}" destId="{2C2D401E-BFA0-47BD-BAE4-63C100F1A66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0761EC0-374D-4A2D-9EC8-B7EA987A4DA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A52F4640-E2C8-4A47-B22A-139E24304705}">
      <dgm:prSet/>
      <dgm:spPr/>
      <dgm:t>
        <a:bodyPr/>
        <a:lstStyle/>
        <a:p>
          <a:r>
            <a:rPr lang="en-US"/>
            <a:t>Data Segment: board, player, flags, messages</a:t>
          </a:r>
        </a:p>
      </dgm:t>
    </dgm:pt>
    <dgm:pt modelId="{13C26BDF-7CDF-4179-B38B-CC652631D7FB}" type="parTrans" cxnId="{5FFDDF12-37D9-4F3F-B0F1-3BF816B4858D}">
      <dgm:prSet/>
      <dgm:spPr/>
      <dgm:t>
        <a:bodyPr/>
        <a:lstStyle/>
        <a:p>
          <a:endParaRPr lang="en-US"/>
        </a:p>
      </dgm:t>
    </dgm:pt>
    <dgm:pt modelId="{55CFECBD-F8ED-44CA-AB98-13C7A309E238}" type="sibTrans" cxnId="{5FFDDF12-37D9-4F3F-B0F1-3BF816B4858D}">
      <dgm:prSet/>
      <dgm:spPr/>
      <dgm:t>
        <a:bodyPr/>
        <a:lstStyle/>
        <a:p>
          <a:endParaRPr lang="en-US"/>
        </a:p>
      </dgm:t>
    </dgm:pt>
    <dgm:pt modelId="{7B99DDCD-9157-4667-A775-85124CA1701C}">
      <dgm:prSet/>
      <dgm:spPr/>
      <dgm:t>
        <a:bodyPr/>
        <a:lstStyle/>
        <a:p>
          <a:r>
            <a:rPr lang="en-US"/>
            <a:t>Code Segment: main loop, update, win-checking, I/O routines</a:t>
          </a:r>
        </a:p>
      </dgm:t>
    </dgm:pt>
    <dgm:pt modelId="{972D93BF-3DD6-48BB-AA4C-6EC92345053B}" type="parTrans" cxnId="{820283F6-EB9D-4B7C-B561-CC3D6E1F27FE}">
      <dgm:prSet/>
      <dgm:spPr/>
      <dgm:t>
        <a:bodyPr/>
        <a:lstStyle/>
        <a:p>
          <a:endParaRPr lang="en-US"/>
        </a:p>
      </dgm:t>
    </dgm:pt>
    <dgm:pt modelId="{AE3B8402-8A5E-41AD-9433-4E39BAD11B97}" type="sibTrans" cxnId="{820283F6-EB9D-4B7C-B561-CC3D6E1F27FE}">
      <dgm:prSet/>
      <dgm:spPr/>
      <dgm:t>
        <a:bodyPr/>
        <a:lstStyle/>
        <a:p>
          <a:endParaRPr lang="en-US"/>
        </a:p>
      </dgm:t>
    </dgm:pt>
    <dgm:pt modelId="{D2548317-A2C1-45C5-8193-7DDC805CA59F}" type="pres">
      <dgm:prSet presAssocID="{90761EC0-374D-4A2D-9EC8-B7EA987A4DA7}" presName="root" presStyleCnt="0">
        <dgm:presLayoutVars>
          <dgm:dir/>
          <dgm:resizeHandles val="exact"/>
        </dgm:presLayoutVars>
      </dgm:prSet>
      <dgm:spPr/>
    </dgm:pt>
    <dgm:pt modelId="{389503C4-A3EF-430F-81E7-41772A337113}" type="pres">
      <dgm:prSet presAssocID="{A52F4640-E2C8-4A47-B22A-139E24304705}" presName="compNode" presStyleCnt="0"/>
      <dgm:spPr/>
    </dgm:pt>
    <dgm:pt modelId="{4AC46BFD-4402-4A1A-9704-6A66DC1B5CE6}" type="pres">
      <dgm:prSet presAssocID="{A52F4640-E2C8-4A47-B22A-139E24304705}" presName="bgRect" presStyleLbl="bgShp" presStyleIdx="0" presStyleCnt="2"/>
      <dgm:spPr/>
    </dgm:pt>
    <dgm:pt modelId="{878B2533-269E-4741-9BCB-25E150099C75}" type="pres">
      <dgm:prSet presAssocID="{A52F4640-E2C8-4A47-B22A-139E2430470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g"/>
        </a:ext>
      </dgm:extLst>
    </dgm:pt>
    <dgm:pt modelId="{050541C3-7D38-4A56-8831-65911D89A4CB}" type="pres">
      <dgm:prSet presAssocID="{A52F4640-E2C8-4A47-B22A-139E24304705}" presName="spaceRect" presStyleCnt="0"/>
      <dgm:spPr/>
    </dgm:pt>
    <dgm:pt modelId="{41BD166A-1708-4E9E-8C1E-B4A2484BB12B}" type="pres">
      <dgm:prSet presAssocID="{A52F4640-E2C8-4A47-B22A-139E24304705}" presName="parTx" presStyleLbl="revTx" presStyleIdx="0" presStyleCnt="2">
        <dgm:presLayoutVars>
          <dgm:chMax val="0"/>
          <dgm:chPref val="0"/>
        </dgm:presLayoutVars>
      </dgm:prSet>
      <dgm:spPr/>
    </dgm:pt>
    <dgm:pt modelId="{0AF83F72-138D-4A8E-A27F-1D1A17F2E776}" type="pres">
      <dgm:prSet presAssocID="{55CFECBD-F8ED-44CA-AB98-13C7A309E238}" presName="sibTrans" presStyleCnt="0"/>
      <dgm:spPr/>
    </dgm:pt>
    <dgm:pt modelId="{3B603CBA-43D4-4D40-9446-9ADC4B20AC6C}" type="pres">
      <dgm:prSet presAssocID="{7B99DDCD-9157-4667-A775-85124CA1701C}" presName="compNode" presStyleCnt="0"/>
      <dgm:spPr/>
    </dgm:pt>
    <dgm:pt modelId="{339E51ED-24AA-4400-AE32-478C2FB49D79}" type="pres">
      <dgm:prSet presAssocID="{7B99DDCD-9157-4667-A775-85124CA1701C}" presName="bgRect" presStyleLbl="bgShp" presStyleIdx="1" presStyleCnt="2"/>
      <dgm:spPr/>
    </dgm:pt>
    <dgm:pt modelId="{3A2A0539-106C-44CC-BDBF-2D3FAA851BCE}" type="pres">
      <dgm:prSet presAssocID="{7B99DDCD-9157-4667-A775-85124CA1701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F710EA15-BAFB-4AC1-AAB3-DC516163C40F}" type="pres">
      <dgm:prSet presAssocID="{7B99DDCD-9157-4667-A775-85124CA1701C}" presName="spaceRect" presStyleCnt="0"/>
      <dgm:spPr/>
    </dgm:pt>
    <dgm:pt modelId="{4ED621D1-AE54-41E7-BF22-F1C49963434A}" type="pres">
      <dgm:prSet presAssocID="{7B99DDCD-9157-4667-A775-85124CA1701C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FFDDF12-37D9-4F3F-B0F1-3BF816B4858D}" srcId="{90761EC0-374D-4A2D-9EC8-B7EA987A4DA7}" destId="{A52F4640-E2C8-4A47-B22A-139E24304705}" srcOrd="0" destOrd="0" parTransId="{13C26BDF-7CDF-4179-B38B-CC652631D7FB}" sibTransId="{55CFECBD-F8ED-44CA-AB98-13C7A309E238}"/>
    <dgm:cxn modelId="{A2041AB6-CA67-4D06-9B98-9B0A27C63C0F}" type="presOf" srcId="{A52F4640-E2C8-4A47-B22A-139E24304705}" destId="{41BD166A-1708-4E9E-8C1E-B4A2484BB12B}" srcOrd="0" destOrd="0" presId="urn:microsoft.com/office/officeart/2018/2/layout/IconVerticalSolidList"/>
    <dgm:cxn modelId="{63BFA5C1-1A84-4660-A50D-31647D2EC38E}" type="presOf" srcId="{90761EC0-374D-4A2D-9EC8-B7EA987A4DA7}" destId="{D2548317-A2C1-45C5-8193-7DDC805CA59F}" srcOrd="0" destOrd="0" presId="urn:microsoft.com/office/officeart/2018/2/layout/IconVerticalSolidList"/>
    <dgm:cxn modelId="{FEF44ACC-F723-441A-94F8-D0FF79CA90A9}" type="presOf" srcId="{7B99DDCD-9157-4667-A775-85124CA1701C}" destId="{4ED621D1-AE54-41E7-BF22-F1C49963434A}" srcOrd="0" destOrd="0" presId="urn:microsoft.com/office/officeart/2018/2/layout/IconVerticalSolidList"/>
    <dgm:cxn modelId="{820283F6-EB9D-4B7C-B561-CC3D6E1F27FE}" srcId="{90761EC0-374D-4A2D-9EC8-B7EA987A4DA7}" destId="{7B99DDCD-9157-4667-A775-85124CA1701C}" srcOrd="1" destOrd="0" parTransId="{972D93BF-3DD6-48BB-AA4C-6EC92345053B}" sibTransId="{AE3B8402-8A5E-41AD-9433-4E39BAD11B97}"/>
    <dgm:cxn modelId="{C56419F8-C3CD-4491-AC2D-CCC08A7A851C}" type="presParOf" srcId="{D2548317-A2C1-45C5-8193-7DDC805CA59F}" destId="{389503C4-A3EF-430F-81E7-41772A337113}" srcOrd="0" destOrd="0" presId="urn:microsoft.com/office/officeart/2018/2/layout/IconVerticalSolidList"/>
    <dgm:cxn modelId="{25D38856-7355-406C-8431-B08C915692F1}" type="presParOf" srcId="{389503C4-A3EF-430F-81E7-41772A337113}" destId="{4AC46BFD-4402-4A1A-9704-6A66DC1B5CE6}" srcOrd="0" destOrd="0" presId="urn:microsoft.com/office/officeart/2018/2/layout/IconVerticalSolidList"/>
    <dgm:cxn modelId="{78429B87-00FF-4AB1-AA70-185007F74F35}" type="presParOf" srcId="{389503C4-A3EF-430F-81E7-41772A337113}" destId="{878B2533-269E-4741-9BCB-25E150099C75}" srcOrd="1" destOrd="0" presId="urn:microsoft.com/office/officeart/2018/2/layout/IconVerticalSolidList"/>
    <dgm:cxn modelId="{801E2E5F-01EA-4B1D-A725-1D805731A809}" type="presParOf" srcId="{389503C4-A3EF-430F-81E7-41772A337113}" destId="{050541C3-7D38-4A56-8831-65911D89A4CB}" srcOrd="2" destOrd="0" presId="urn:microsoft.com/office/officeart/2018/2/layout/IconVerticalSolidList"/>
    <dgm:cxn modelId="{32357183-0E62-4BBE-8274-F37D0F484CB6}" type="presParOf" srcId="{389503C4-A3EF-430F-81E7-41772A337113}" destId="{41BD166A-1708-4E9E-8C1E-B4A2484BB12B}" srcOrd="3" destOrd="0" presId="urn:microsoft.com/office/officeart/2018/2/layout/IconVerticalSolidList"/>
    <dgm:cxn modelId="{8F709111-6080-471F-B67D-48C69FCCF02C}" type="presParOf" srcId="{D2548317-A2C1-45C5-8193-7DDC805CA59F}" destId="{0AF83F72-138D-4A8E-A27F-1D1A17F2E776}" srcOrd="1" destOrd="0" presId="urn:microsoft.com/office/officeart/2018/2/layout/IconVerticalSolidList"/>
    <dgm:cxn modelId="{21DBD281-3E6C-4712-8478-B06D1A5B6EC8}" type="presParOf" srcId="{D2548317-A2C1-45C5-8193-7DDC805CA59F}" destId="{3B603CBA-43D4-4D40-9446-9ADC4B20AC6C}" srcOrd="2" destOrd="0" presId="urn:microsoft.com/office/officeart/2018/2/layout/IconVerticalSolidList"/>
    <dgm:cxn modelId="{CBE8311C-C11D-4904-8FF0-A31D8039B3E7}" type="presParOf" srcId="{3B603CBA-43D4-4D40-9446-9ADC4B20AC6C}" destId="{339E51ED-24AA-4400-AE32-478C2FB49D79}" srcOrd="0" destOrd="0" presId="urn:microsoft.com/office/officeart/2018/2/layout/IconVerticalSolidList"/>
    <dgm:cxn modelId="{9E77A8FD-1932-4720-A46F-41A910EC96B2}" type="presParOf" srcId="{3B603CBA-43D4-4D40-9446-9ADC4B20AC6C}" destId="{3A2A0539-106C-44CC-BDBF-2D3FAA851BCE}" srcOrd="1" destOrd="0" presId="urn:microsoft.com/office/officeart/2018/2/layout/IconVerticalSolidList"/>
    <dgm:cxn modelId="{20D84286-4D10-4BC2-88D7-5E99DF747EC6}" type="presParOf" srcId="{3B603CBA-43D4-4D40-9446-9ADC4B20AC6C}" destId="{F710EA15-BAFB-4AC1-AAB3-DC516163C40F}" srcOrd="2" destOrd="0" presId="urn:microsoft.com/office/officeart/2018/2/layout/IconVerticalSolidList"/>
    <dgm:cxn modelId="{406366F9-D287-4DDD-B587-3C0C614F8374}" type="presParOf" srcId="{3B603CBA-43D4-4D40-9446-9ADC4B20AC6C}" destId="{4ED621D1-AE54-41E7-BF22-F1C49963434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2FF0CC4-DF0A-4F6A-A125-B9CA3821C120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3B8DC79-C2E5-401E-891C-4673AB9E2353}">
      <dgm:prSet/>
      <dgm:spPr/>
      <dgm:t>
        <a:bodyPr/>
        <a:lstStyle/>
        <a:p>
          <a:r>
            <a:rPr lang="en-US"/>
            <a:t>Initialize → Display → Read input</a:t>
          </a:r>
        </a:p>
      </dgm:t>
    </dgm:pt>
    <dgm:pt modelId="{0A165190-704B-48BD-AF96-600DD4FEFBED}" type="parTrans" cxnId="{77F3EC2A-6652-4F2A-986C-92FC7ABAEB32}">
      <dgm:prSet/>
      <dgm:spPr/>
      <dgm:t>
        <a:bodyPr/>
        <a:lstStyle/>
        <a:p>
          <a:endParaRPr lang="en-US"/>
        </a:p>
      </dgm:t>
    </dgm:pt>
    <dgm:pt modelId="{C1351592-9842-4CEE-8584-F19260AE1D77}" type="sibTrans" cxnId="{77F3EC2A-6652-4F2A-986C-92FC7ABAEB32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6A345EAC-CB27-4744-A48C-344FCC4A5F2A}">
      <dgm:prSet/>
      <dgm:spPr/>
      <dgm:t>
        <a:bodyPr/>
        <a:lstStyle/>
        <a:p>
          <a:r>
            <a:rPr lang="en-US"/>
            <a:t>Update board → Win check → Switch player</a:t>
          </a:r>
        </a:p>
      </dgm:t>
    </dgm:pt>
    <dgm:pt modelId="{6A34989E-3AB6-40C6-86FC-612D845B4CE4}" type="parTrans" cxnId="{AAD3920E-CC79-40F3-9B3B-289B95112086}">
      <dgm:prSet/>
      <dgm:spPr/>
      <dgm:t>
        <a:bodyPr/>
        <a:lstStyle/>
        <a:p>
          <a:endParaRPr lang="en-US"/>
        </a:p>
      </dgm:t>
    </dgm:pt>
    <dgm:pt modelId="{2F34EDB4-157E-4C83-9432-E98FD3FED0E3}" type="sibTrans" cxnId="{AAD3920E-CC79-40F3-9B3B-289B95112086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23BD74B7-BC4F-4E47-B81F-3EEBBAB9C1CC}">
      <dgm:prSet/>
      <dgm:spPr/>
      <dgm:t>
        <a:bodyPr/>
        <a:lstStyle/>
        <a:p>
          <a:r>
            <a:rPr lang="en-US"/>
            <a:t>End on win or full board</a:t>
          </a:r>
        </a:p>
      </dgm:t>
    </dgm:pt>
    <dgm:pt modelId="{4226DB63-4A45-4360-AD98-ECA3D0B65EFA}" type="parTrans" cxnId="{B2E718B6-ABA8-489C-91F3-442E8ABADF82}">
      <dgm:prSet/>
      <dgm:spPr/>
      <dgm:t>
        <a:bodyPr/>
        <a:lstStyle/>
        <a:p>
          <a:endParaRPr lang="en-US"/>
        </a:p>
      </dgm:t>
    </dgm:pt>
    <dgm:pt modelId="{03591B43-A4DD-4425-8EA5-F7E6B456293F}" type="sibTrans" cxnId="{B2E718B6-ABA8-489C-91F3-442E8ABADF82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427EA4EE-1100-4EC2-83B7-540CE6F61CF9}" type="pres">
      <dgm:prSet presAssocID="{E2FF0CC4-DF0A-4F6A-A125-B9CA3821C120}" presName="Name0" presStyleCnt="0">
        <dgm:presLayoutVars>
          <dgm:animLvl val="lvl"/>
          <dgm:resizeHandles val="exact"/>
        </dgm:presLayoutVars>
      </dgm:prSet>
      <dgm:spPr/>
    </dgm:pt>
    <dgm:pt modelId="{5C681963-00D4-48EE-82BB-4C2485977722}" type="pres">
      <dgm:prSet presAssocID="{33B8DC79-C2E5-401E-891C-4673AB9E2353}" presName="compositeNode" presStyleCnt="0">
        <dgm:presLayoutVars>
          <dgm:bulletEnabled val="1"/>
        </dgm:presLayoutVars>
      </dgm:prSet>
      <dgm:spPr/>
    </dgm:pt>
    <dgm:pt modelId="{33BFACF2-E61F-40FF-BB17-3FC41D73A953}" type="pres">
      <dgm:prSet presAssocID="{33B8DC79-C2E5-401E-891C-4673AB9E2353}" presName="bgRect" presStyleLbl="bgAccFollowNode1" presStyleIdx="0" presStyleCnt="3"/>
      <dgm:spPr/>
    </dgm:pt>
    <dgm:pt modelId="{C71FD9C5-AB65-49D2-8637-3888FC75C483}" type="pres">
      <dgm:prSet presAssocID="{C1351592-9842-4CEE-8584-F19260AE1D77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2ED5D24D-AD68-4B31-ACFE-B976CD3DD3AD}" type="pres">
      <dgm:prSet presAssocID="{33B8DC79-C2E5-401E-891C-4673AB9E2353}" presName="bottomLine" presStyleLbl="alignNode1" presStyleIdx="1" presStyleCnt="6">
        <dgm:presLayoutVars/>
      </dgm:prSet>
      <dgm:spPr/>
    </dgm:pt>
    <dgm:pt modelId="{32DCBFE1-4470-4BE6-A8C1-FFF0B61F4EB6}" type="pres">
      <dgm:prSet presAssocID="{33B8DC79-C2E5-401E-891C-4673AB9E2353}" presName="nodeText" presStyleLbl="bgAccFollowNode1" presStyleIdx="0" presStyleCnt="3">
        <dgm:presLayoutVars>
          <dgm:bulletEnabled val="1"/>
        </dgm:presLayoutVars>
      </dgm:prSet>
      <dgm:spPr/>
    </dgm:pt>
    <dgm:pt modelId="{8A8F4697-561A-4A32-A9E2-1C99C694AA74}" type="pres">
      <dgm:prSet presAssocID="{C1351592-9842-4CEE-8584-F19260AE1D77}" presName="sibTrans" presStyleCnt="0"/>
      <dgm:spPr/>
    </dgm:pt>
    <dgm:pt modelId="{D22466D4-4432-4742-BB64-856FEDF9A433}" type="pres">
      <dgm:prSet presAssocID="{6A345EAC-CB27-4744-A48C-344FCC4A5F2A}" presName="compositeNode" presStyleCnt="0">
        <dgm:presLayoutVars>
          <dgm:bulletEnabled val="1"/>
        </dgm:presLayoutVars>
      </dgm:prSet>
      <dgm:spPr/>
    </dgm:pt>
    <dgm:pt modelId="{8B34A5EE-AE6E-4EBA-B190-834059290401}" type="pres">
      <dgm:prSet presAssocID="{6A345EAC-CB27-4744-A48C-344FCC4A5F2A}" presName="bgRect" presStyleLbl="bgAccFollowNode1" presStyleIdx="1" presStyleCnt="3"/>
      <dgm:spPr/>
    </dgm:pt>
    <dgm:pt modelId="{4470886E-68A2-432A-9708-FB8B388C1B0C}" type="pres">
      <dgm:prSet presAssocID="{2F34EDB4-157E-4C83-9432-E98FD3FED0E3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E5132747-8CF5-4A23-81E4-46EBC249FB53}" type="pres">
      <dgm:prSet presAssocID="{6A345EAC-CB27-4744-A48C-344FCC4A5F2A}" presName="bottomLine" presStyleLbl="alignNode1" presStyleIdx="3" presStyleCnt="6">
        <dgm:presLayoutVars/>
      </dgm:prSet>
      <dgm:spPr/>
    </dgm:pt>
    <dgm:pt modelId="{F1230589-4FD9-4303-95C2-C35ABA6F9386}" type="pres">
      <dgm:prSet presAssocID="{6A345EAC-CB27-4744-A48C-344FCC4A5F2A}" presName="nodeText" presStyleLbl="bgAccFollowNode1" presStyleIdx="1" presStyleCnt="3">
        <dgm:presLayoutVars>
          <dgm:bulletEnabled val="1"/>
        </dgm:presLayoutVars>
      </dgm:prSet>
      <dgm:spPr/>
    </dgm:pt>
    <dgm:pt modelId="{3378E5C8-A677-4FB6-9874-D002F579280B}" type="pres">
      <dgm:prSet presAssocID="{2F34EDB4-157E-4C83-9432-E98FD3FED0E3}" presName="sibTrans" presStyleCnt="0"/>
      <dgm:spPr/>
    </dgm:pt>
    <dgm:pt modelId="{5EFE94E7-DB16-4F58-A5F4-CA8659DE7492}" type="pres">
      <dgm:prSet presAssocID="{23BD74B7-BC4F-4E47-B81F-3EEBBAB9C1CC}" presName="compositeNode" presStyleCnt="0">
        <dgm:presLayoutVars>
          <dgm:bulletEnabled val="1"/>
        </dgm:presLayoutVars>
      </dgm:prSet>
      <dgm:spPr/>
    </dgm:pt>
    <dgm:pt modelId="{D3A8CBEF-4E84-4BA8-9ECD-8919671C4A00}" type="pres">
      <dgm:prSet presAssocID="{23BD74B7-BC4F-4E47-B81F-3EEBBAB9C1CC}" presName="bgRect" presStyleLbl="bgAccFollowNode1" presStyleIdx="2" presStyleCnt="3"/>
      <dgm:spPr/>
    </dgm:pt>
    <dgm:pt modelId="{48CE228E-D4BE-42DF-A2DE-1BBDA05332CB}" type="pres">
      <dgm:prSet presAssocID="{03591B43-A4DD-4425-8EA5-F7E6B456293F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E443E380-58D2-498A-A6AF-DAACC051EDB1}" type="pres">
      <dgm:prSet presAssocID="{23BD74B7-BC4F-4E47-B81F-3EEBBAB9C1CC}" presName="bottomLine" presStyleLbl="alignNode1" presStyleIdx="5" presStyleCnt="6">
        <dgm:presLayoutVars/>
      </dgm:prSet>
      <dgm:spPr/>
    </dgm:pt>
    <dgm:pt modelId="{BA9459D9-0423-4E40-9459-4DABD68E289B}" type="pres">
      <dgm:prSet presAssocID="{23BD74B7-BC4F-4E47-B81F-3EEBBAB9C1CC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9750110B-F913-4D56-85B2-4E7F69EDFE53}" type="presOf" srcId="{6A345EAC-CB27-4744-A48C-344FCC4A5F2A}" destId="{8B34A5EE-AE6E-4EBA-B190-834059290401}" srcOrd="0" destOrd="0" presId="urn:microsoft.com/office/officeart/2016/7/layout/BasicLinearProcessNumbered"/>
    <dgm:cxn modelId="{AAD3920E-CC79-40F3-9B3B-289B95112086}" srcId="{E2FF0CC4-DF0A-4F6A-A125-B9CA3821C120}" destId="{6A345EAC-CB27-4744-A48C-344FCC4A5F2A}" srcOrd="1" destOrd="0" parTransId="{6A34989E-3AB6-40C6-86FC-612D845B4CE4}" sibTransId="{2F34EDB4-157E-4C83-9432-E98FD3FED0E3}"/>
    <dgm:cxn modelId="{77F3EC2A-6652-4F2A-986C-92FC7ABAEB32}" srcId="{E2FF0CC4-DF0A-4F6A-A125-B9CA3821C120}" destId="{33B8DC79-C2E5-401E-891C-4673AB9E2353}" srcOrd="0" destOrd="0" parTransId="{0A165190-704B-48BD-AF96-600DD4FEFBED}" sibTransId="{C1351592-9842-4CEE-8584-F19260AE1D77}"/>
    <dgm:cxn modelId="{7AF63A30-9006-4AB0-92B7-64B2AC7FEBBA}" type="presOf" srcId="{E2FF0CC4-DF0A-4F6A-A125-B9CA3821C120}" destId="{427EA4EE-1100-4EC2-83B7-540CE6F61CF9}" srcOrd="0" destOrd="0" presId="urn:microsoft.com/office/officeart/2016/7/layout/BasicLinearProcessNumbered"/>
    <dgm:cxn modelId="{FA33267C-A37E-4FAA-B84E-D9B8B198A004}" type="presOf" srcId="{03591B43-A4DD-4425-8EA5-F7E6B456293F}" destId="{48CE228E-D4BE-42DF-A2DE-1BBDA05332CB}" srcOrd="0" destOrd="0" presId="urn:microsoft.com/office/officeart/2016/7/layout/BasicLinearProcessNumbered"/>
    <dgm:cxn modelId="{E632A17F-7606-4F00-868B-5BC2911B7795}" type="presOf" srcId="{33B8DC79-C2E5-401E-891C-4673AB9E2353}" destId="{32DCBFE1-4470-4BE6-A8C1-FFF0B61F4EB6}" srcOrd="1" destOrd="0" presId="urn:microsoft.com/office/officeart/2016/7/layout/BasicLinearProcessNumbered"/>
    <dgm:cxn modelId="{860E7BA0-AB1A-4F6F-A7F8-908E3C72E648}" type="presOf" srcId="{2F34EDB4-157E-4C83-9432-E98FD3FED0E3}" destId="{4470886E-68A2-432A-9708-FB8B388C1B0C}" srcOrd="0" destOrd="0" presId="urn:microsoft.com/office/officeart/2016/7/layout/BasicLinearProcessNumbered"/>
    <dgm:cxn modelId="{0698A3AF-5419-458B-A194-568D95CB4680}" type="presOf" srcId="{23BD74B7-BC4F-4E47-B81F-3EEBBAB9C1CC}" destId="{D3A8CBEF-4E84-4BA8-9ECD-8919671C4A00}" srcOrd="0" destOrd="0" presId="urn:microsoft.com/office/officeart/2016/7/layout/BasicLinearProcessNumbered"/>
    <dgm:cxn modelId="{B2E718B6-ABA8-489C-91F3-442E8ABADF82}" srcId="{E2FF0CC4-DF0A-4F6A-A125-B9CA3821C120}" destId="{23BD74B7-BC4F-4E47-B81F-3EEBBAB9C1CC}" srcOrd="2" destOrd="0" parTransId="{4226DB63-4A45-4360-AD98-ECA3D0B65EFA}" sibTransId="{03591B43-A4DD-4425-8EA5-F7E6B456293F}"/>
    <dgm:cxn modelId="{83301FB7-BA68-4A4C-BEEC-4529F956CEC0}" type="presOf" srcId="{23BD74B7-BC4F-4E47-B81F-3EEBBAB9C1CC}" destId="{BA9459D9-0423-4E40-9459-4DABD68E289B}" srcOrd="1" destOrd="0" presId="urn:microsoft.com/office/officeart/2016/7/layout/BasicLinearProcessNumbered"/>
    <dgm:cxn modelId="{98B633C9-A6E0-4E66-9D64-92D2445D5B8A}" type="presOf" srcId="{6A345EAC-CB27-4744-A48C-344FCC4A5F2A}" destId="{F1230589-4FD9-4303-95C2-C35ABA6F9386}" srcOrd="1" destOrd="0" presId="urn:microsoft.com/office/officeart/2016/7/layout/BasicLinearProcessNumbered"/>
    <dgm:cxn modelId="{D834DCD1-472E-43A3-9FDD-8B68F47E502A}" type="presOf" srcId="{C1351592-9842-4CEE-8584-F19260AE1D77}" destId="{C71FD9C5-AB65-49D2-8637-3888FC75C483}" srcOrd="0" destOrd="0" presId="urn:microsoft.com/office/officeart/2016/7/layout/BasicLinearProcessNumbered"/>
    <dgm:cxn modelId="{F1EEC3DB-3EAB-4DCD-9845-8A93C3E02706}" type="presOf" srcId="{33B8DC79-C2E5-401E-891C-4673AB9E2353}" destId="{33BFACF2-E61F-40FF-BB17-3FC41D73A953}" srcOrd="0" destOrd="0" presId="urn:microsoft.com/office/officeart/2016/7/layout/BasicLinearProcessNumbered"/>
    <dgm:cxn modelId="{376D948B-DBB4-4DA6-B890-62FDC569038A}" type="presParOf" srcId="{427EA4EE-1100-4EC2-83B7-540CE6F61CF9}" destId="{5C681963-00D4-48EE-82BB-4C2485977722}" srcOrd="0" destOrd="0" presId="urn:microsoft.com/office/officeart/2016/7/layout/BasicLinearProcessNumbered"/>
    <dgm:cxn modelId="{E63F6416-4B71-4E64-B67F-70AF2C80B438}" type="presParOf" srcId="{5C681963-00D4-48EE-82BB-4C2485977722}" destId="{33BFACF2-E61F-40FF-BB17-3FC41D73A953}" srcOrd="0" destOrd="0" presId="urn:microsoft.com/office/officeart/2016/7/layout/BasicLinearProcessNumbered"/>
    <dgm:cxn modelId="{7E86FAC5-9588-47B4-835E-03F1AA4E6F20}" type="presParOf" srcId="{5C681963-00D4-48EE-82BB-4C2485977722}" destId="{C71FD9C5-AB65-49D2-8637-3888FC75C483}" srcOrd="1" destOrd="0" presId="urn:microsoft.com/office/officeart/2016/7/layout/BasicLinearProcessNumbered"/>
    <dgm:cxn modelId="{75A6C45B-9E05-4D97-9589-1ACB4C9E298D}" type="presParOf" srcId="{5C681963-00D4-48EE-82BB-4C2485977722}" destId="{2ED5D24D-AD68-4B31-ACFE-B976CD3DD3AD}" srcOrd="2" destOrd="0" presId="urn:microsoft.com/office/officeart/2016/7/layout/BasicLinearProcessNumbered"/>
    <dgm:cxn modelId="{741E8EF0-A2DB-45C3-8F83-E680DE85E28D}" type="presParOf" srcId="{5C681963-00D4-48EE-82BB-4C2485977722}" destId="{32DCBFE1-4470-4BE6-A8C1-FFF0B61F4EB6}" srcOrd="3" destOrd="0" presId="urn:microsoft.com/office/officeart/2016/7/layout/BasicLinearProcessNumbered"/>
    <dgm:cxn modelId="{4A53E7DE-2610-41F6-91E4-94DE363E1BE0}" type="presParOf" srcId="{427EA4EE-1100-4EC2-83B7-540CE6F61CF9}" destId="{8A8F4697-561A-4A32-A9E2-1C99C694AA74}" srcOrd="1" destOrd="0" presId="urn:microsoft.com/office/officeart/2016/7/layout/BasicLinearProcessNumbered"/>
    <dgm:cxn modelId="{D8AAD525-7ED0-4291-B11F-F5E5CBEB4EAA}" type="presParOf" srcId="{427EA4EE-1100-4EC2-83B7-540CE6F61CF9}" destId="{D22466D4-4432-4742-BB64-856FEDF9A433}" srcOrd="2" destOrd="0" presId="urn:microsoft.com/office/officeart/2016/7/layout/BasicLinearProcessNumbered"/>
    <dgm:cxn modelId="{3C3AA551-E268-4A1C-843D-032165E5DE96}" type="presParOf" srcId="{D22466D4-4432-4742-BB64-856FEDF9A433}" destId="{8B34A5EE-AE6E-4EBA-B190-834059290401}" srcOrd="0" destOrd="0" presId="urn:microsoft.com/office/officeart/2016/7/layout/BasicLinearProcessNumbered"/>
    <dgm:cxn modelId="{1CF975A0-627D-485D-8309-ED6E3BDF65A5}" type="presParOf" srcId="{D22466D4-4432-4742-BB64-856FEDF9A433}" destId="{4470886E-68A2-432A-9708-FB8B388C1B0C}" srcOrd="1" destOrd="0" presId="urn:microsoft.com/office/officeart/2016/7/layout/BasicLinearProcessNumbered"/>
    <dgm:cxn modelId="{31EE9C61-DFF4-4640-BF20-AAA583C3B4DA}" type="presParOf" srcId="{D22466D4-4432-4742-BB64-856FEDF9A433}" destId="{E5132747-8CF5-4A23-81E4-46EBC249FB53}" srcOrd="2" destOrd="0" presId="urn:microsoft.com/office/officeart/2016/7/layout/BasicLinearProcessNumbered"/>
    <dgm:cxn modelId="{D6C2F2DF-FC1C-4C29-8157-95987A7082A1}" type="presParOf" srcId="{D22466D4-4432-4742-BB64-856FEDF9A433}" destId="{F1230589-4FD9-4303-95C2-C35ABA6F9386}" srcOrd="3" destOrd="0" presId="urn:microsoft.com/office/officeart/2016/7/layout/BasicLinearProcessNumbered"/>
    <dgm:cxn modelId="{B7798EC8-5A61-407C-B6AC-B55C3D832749}" type="presParOf" srcId="{427EA4EE-1100-4EC2-83B7-540CE6F61CF9}" destId="{3378E5C8-A677-4FB6-9874-D002F579280B}" srcOrd="3" destOrd="0" presId="urn:microsoft.com/office/officeart/2016/7/layout/BasicLinearProcessNumbered"/>
    <dgm:cxn modelId="{8EB66E6C-79EA-49BF-98A4-FEC21624CAA2}" type="presParOf" srcId="{427EA4EE-1100-4EC2-83B7-540CE6F61CF9}" destId="{5EFE94E7-DB16-4F58-A5F4-CA8659DE7492}" srcOrd="4" destOrd="0" presId="urn:microsoft.com/office/officeart/2016/7/layout/BasicLinearProcessNumbered"/>
    <dgm:cxn modelId="{31900615-412E-49A0-BA72-5D52997F30E4}" type="presParOf" srcId="{5EFE94E7-DB16-4F58-A5F4-CA8659DE7492}" destId="{D3A8CBEF-4E84-4BA8-9ECD-8919671C4A00}" srcOrd="0" destOrd="0" presId="urn:microsoft.com/office/officeart/2016/7/layout/BasicLinearProcessNumbered"/>
    <dgm:cxn modelId="{90F66A49-3DBC-4F2C-9A43-CD7D48F1A2F6}" type="presParOf" srcId="{5EFE94E7-DB16-4F58-A5F4-CA8659DE7492}" destId="{48CE228E-D4BE-42DF-A2DE-1BBDA05332CB}" srcOrd="1" destOrd="0" presId="urn:microsoft.com/office/officeart/2016/7/layout/BasicLinearProcessNumbered"/>
    <dgm:cxn modelId="{F43AB57C-0540-4FC6-BB1B-97E94ED0DC77}" type="presParOf" srcId="{5EFE94E7-DB16-4F58-A5F4-CA8659DE7492}" destId="{E443E380-58D2-498A-A6AF-DAACC051EDB1}" srcOrd="2" destOrd="0" presId="urn:microsoft.com/office/officeart/2016/7/layout/BasicLinearProcessNumbered"/>
    <dgm:cxn modelId="{633971E9-72F3-4296-9F39-3B776F6C025C}" type="presParOf" srcId="{5EFE94E7-DB16-4F58-A5F4-CA8659DE7492}" destId="{BA9459D9-0423-4E40-9459-4DABD68E289B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3E12E6-D986-47BE-94BA-F6A920863454}">
      <dsp:nvSpPr>
        <dsp:cNvPr id="0" name=""/>
        <dsp:cNvSpPr/>
      </dsp:nvSpPr>
      <dsp:spPr>
        <a:xfrm>
          <a:off x="2579" y="0"/>
          <a:ext cx="4941888" cy="494188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DBF707-BFE8-4CFD-9F5C-D54D5F208689}">
      <dsp:nvSpPr>
        <dsp:cNvPr id="0" name=""/>
        <dsp:cNvSpPr/>
      </dsp:nvSpPr>
      <dsp:spPr>
        <a:xfrm>
          <a:off x="472058" y="469479"/>
          <a:ext cx="1927336" cy="19273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Integrated assembler and emulator</a:t>
          </a:r>
        </a:p>
      </dsp:txBody>
      <dsp:txXfrm>
        <a:off x="566143" y="563564"/>
        <a:ext cx="1739166" cy="1739166"/>
      </dsp:txXfrm>
    </dsp:sp>
    <dsp:sp modelId="{41EBADFC-D079-427F-B030-1686C11B5FE3}">
      <dsp:nvSpPr>
        <dsp:cNvPr id="0" name=""/>
        <dsp:cNvSpPr/>
      </dsp:nvSpPr>
      <dsp:spPr>
        <a:xfrm>
          <a:off x="2547651" y="469479"/>
          <a:ext cx="1927336" cy="19273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Strong debugging &amp; memory monitoring</a:t>
          </a:r>
        </a:p>
      </dsp:txBody>
      <dsp:txXfrm>
        <a:off x="2641736" y="563564"/>
        <a:ext cx="1739166" cy="1739166"/>
      </dsp:txXfrm>
    </dsp:sp>
    <dsp:sp modelId="{E74F06FB-BCF4-42FA-A858-2D20D4430E1C}">
      <dsp:nvSpPr>
        <dsp:cNvPr id="0" name=""/>
        <dsp:cNvSpPr/>
      </dsp:nvSpPr>
      <dsp:spPr>
        <a:xfrm>
          <a:off x="472058" y="2545072"/>
          <a:ext cx="1927336" cy="19273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Why emu8086?</a:t>
          </a:r>
        </a:p>
      </dsp:txBody>
      <dsp:txXfrm>
        <a:off x="566143" y="2639157"/>
        <a:ext cx="1739166" cy="1739166"/>
      </dsp:txXfrm>
    </dsp:sp>
    <dsp:sp modelId="{75844DE4-58C2-410B-9008-FC45DB7EF918}">
      <dsp:nvSpPr>
        <dsp:cNvPr id="0" name=""/>
        <dsp:cNvSpPr/>
      </dsp:nvSpPr>
      <dsp:spPr>
        <a:xfrm>
          <a:off x="2547651" y="2545072"/>
          <a:ext cx="1927336" cy="19273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Beginner-friendly • Step-by-step execution</a:t>
          </a:r>
        </a:p>
      </dsp:txBody>
      <dsp:txXfrm>
        <a:off x="2641736" y="2639157"/>
        <a:ext cx="1739166" cy="17391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A4E7ED-38D3-48A3-9C01-0528B7F475D5}">
      <dsp:nvSpPr>
        <dsp:cNvPr id="0" name=""/>
        <dsp:cNvSpPr/>
      </dsp:nvSpPr>
      <dsp:spPr>
        <a:xfrm>
          <a:off x="0" y="7691"/>
          <a:ext cx="4231481" cy="115950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Memory management with segments</a:t>
          </a:r>
        </a:p>
      </dsp:txBody>
      <dsp:txXfrm>
        <a:off x="56602" y="64293"/>
        <a:ext cx="4118277" cy="1046302"/>
      </dsp:txXfrm>
    </dsp:sp>
    <dsp:sp modelId="{C5273359-586E-4C93-8938-584BD3EFA13A}">
      <dsp:nvSpPr>
        <dsp:cNvPr id="0" name=""/>
        <dsp:cNvSpPr/>
      </dsp:nvSpPr>
      <dsp:spPr>
        <a:xfrm>
          <a:off x="0" y="1256478"/>
          <a:ext cx="4231481" cy="1159506"/>
        </a:xfrm>
        <a:prstGeom prst="roundRect">
          <a:avLst/>
        </a:prstGeom>
        <a:solidFill>
          <a:schemeClr val="accent2">
            <a:hueOff val="-441124"/>
            <a:satOff val="497"/>
            <a:lumOff val="117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I/O using DOS interrupts</a:t>
          </a:r>
        </a:p>
      </dsp:txBody>
      <dsp:txXfrm>
        <a:off x="56602" y="1313080"/>
        <a:ext cx="4118277" cy="1046302"/>
      </dsp:txXfrm>
    </dsp:sp>
    <dsp:sp modelId="{C03AAB8C-B37E-46E4-9D09-A07952B74597}">
      <dsp:nvSpPr>
        <dsp:cNvPr id="0" name=""/>
        <dsp:cNvSpPr/>
      </dsp:nvSpPr>
      <dsp:spPr>
        <a:xfrm>
          <a:off x="0" y="2505265"/>
          <a:ext cx="4231481" cy="1159506"/>
        </a:xfrm>
        <a:prstGeom prst="roundRect">
          <a:avLst/>
        </a:prstGeom>
        <a:solidFill>
          <a:schemeClr val="accent2">
            <a:hueOff val="-882249"/>
            <a:satOff val="995"/>
            <a:lumOff val="235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Logic for win-checking &amp; board updates</a:t>
          </a:r>
        </a:p>
      </dsp:txBody>
      <dsp:txXfrm>
        <a:off x="56602" y="2561867"/>
        <a:ext cx="4118277" cy="1046302"/>
      </dsp:txXfrm>
    </dsp:sp>
    <dsp:sp modelId="{2C2D401E-BFA0-47BD-BAE4-63C100F1A668}">
      <dsp:nvSpPr>
        <dsp:cNvPr id="0" name=""/>
        <dsp:cNvSpPr/>
      </dsp:nvSpPr>
      <dsp:spPr>
        <a:xfrm>
          <a:off x="0" y="3754051"/>
          <a:ext cx="4231481" cy="1159506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Limited registers → optimization challenges</a:t>
          </a:r>
        </a:p>
      </dsp:txBody>
      <dsp:txXfrm>
        <a:off x="56602" y="3810653"/>
        <a:ext cx="4118277" cy="10463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C46BFD-4402-4A1A-9704-6A66DC1B5CE6}">
      <dsp:nvSpPr>
        <dsp:cNvPr id="0" name=""/>
        <dsp:cNvSpPr/>
      </dsp:nvSpPr>
      <dsp:spPr>
        <a:xfrm>
          <a:off x="0" y="799703"/>
          <a:ext cx="4231481" cy="147637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8B2533-269E-4741-9BCB-25E150099C75}">
      <dsp:nvSpPr>
        <dsp:cNvPr id="0" name=""/>
        <dsp:cNvSpPr/>
      </dsp:nvSpPr>
      <dsp:spPr>
        <a:xfrm>
          <a:off x="446603" y="1131887"/>
          <a:ext cx="812006" cy="8120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BD166A-1708-4E9E-8C1E-B4A2484BB12B}">
      <dsp:nvSpPr>
        <dsp:cNvPr id="0" name=""/>
        <dsp:cNvSpPr/>
      </dsp:nvSpPr>
      <dsp:spPr>
        <a:xfrm>
          <a:off x="1705213" y="799703"/>
          <a:ext cx="2526267" cy="1476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50" tIns="156250" rIns="156250" bIns="15625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Data Segment: board, player, flags, messages</a:t>
          </a:r>
        </a:p>
      </dsp:txBody>
      <dsp:txXfrm>
        <a:off x="1705213" y="799703"/>
        <a:ext cx="2526267" cy="1476375"/>
      </dsp:txXfrm>
    </dsp:sp>
    <dsp:sp modelId="{339E51ED-24AA-4400-AE32-478C2FB49D79}">
      <dsp:nvSpPr>
        <dsp:cNvPr id="0" name=""/>
        <dsp:cNvSpPr/>
      </dsp:nvSpPr>
      <dsp:spPr>
        <a:xfrm>
          <a:off x="0" y="2645171"/>
          <a:ext cx="4231481" cy="147637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2A0539-106C-44CC-BDBF-2D3FAA851BCE}">
      <dsp:nvSpPr>
        <dsp:cNvPr id="0" name=""/>
        <dsp:cNvSpPr/>
      </dsp:nvSpPr>
      <dsp:spPr>
        <a:xfrm>
          <a:off x="446603" y="2977356"/>
          <a:ext cx="812006" cy="8120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D621D1-AE54-41E7-BF22-F1C49963434A}">
      <dsp:nvSpPr>
        <dsp:cNvPr id="0" name=""/>
        <dsp:cNvSpPr/>
      </dsp:nvSpPr>
      <dsp:spPr>
        <a:xfrm>
          <a:off x="1705213" y="2645171"/>
          <a:ext cx="2526267" cy="1476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50" tIns="156250" rIns="156250" bIns="15625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Code Segment: main loop, update, win-checking, I/O routines</a:t>
          </a:r>
        </a:p>
      </dsp:txBody>
      <dsp:txXfrm>
        <a:off x="1705213" y="2645171"/>
        <a:ext cx="2526267" cy="147637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BFACF2-E61F-40FF-BB17-3FC41D73A953}">
      <dsp:nvSpPr>
        <dsp:cNvPr id="0" name=""/>
        <dsp:cNvSpPr/>
      </dsp:nvSpPr>
      <dsp:spPr>
        <a:xfrm>
          <a:off x="0" y="416631"/>
          <a:ext cx="2278186" cy="318946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616" tIns="330200" rIns="177616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Initialize → Display → Read input</a:t>
          </a:r>
        </a:p>
      </dsp:txBody>
      <dsp:txXfrm>
        <a:off x="0" y="1628627"/>
        <a:ext cx="2278186" cy="1913676"/>
      </dsp:txXfrm>
    </dsp:sp>
    <dsp:sp modelId="{C71FD9C5-AB65-49D2-8637-3888FC75C483}">
      <dsp:nvSpPr>
        <dsp:cNvPr id="0" name=""/>
        <dsp:cNvSpPr/>
      </dsp:nvSpPr>
      <dsp:spPr>
        <a:xfrm>
          <a:off x="660674" y="735578"/>
          <a:ext cx="956838" cy="95683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599" tIns="12700" rIns="7459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00800" y="875704"/>
        <a:ext cx="676586" cy="676586"/>
      </dsp:txXfrm>
    </dsp:sp>
    <dsp:sp modelId="{2ED5D24D-AD68-4B31-ACFE-B976CD3DD3AD}">
      <dsp:nvSpPr>
        <dsp:cNvPr id="0" name=""/>
        <dsp:cNvSpPr/>
      </dsp:nvSpPr>
      <dsp:spPr>
        <a:xfrm>
          <a:off x="0" y="3606021"/>
          <a:ext cx="2278186" cy="72"/>
        </a:xfrm>
        <a:prstGeom prst="rect">
          <a:avLst/>
        </a:prstGeom>
        <a:solidFill>
          <a:schemeClr val="accent2">
            <a:hueOff val="-264675"/>
            <a:satOff val="298"/>
            <a:lumOff val="706"/>
            <a:alphaOff val="0"/>
          </a:schemeClr>
        </a:solidFill>
        <a:ln w="15875" cap="flat" cmpd="sng" algn="ctr">
          <a:solidFill>
            <a:schemeClr val="accent2">
              <a:hueOff val="-264675"/>
              <a:satOff val="298"/>
              <a:lumOff val="7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34A5EE-AE6E-4EBA-B190-834059290401}">
      <dsp:nvSpPr>
        <dsp:cNvPr id="0" name=""/>
        <dsp:cNvSpPr/>
      </dsp:nvSpPr>
      <dsp:spPr>
        <a:xfrm>
          <a:off x="2506005" y="416631"/>
          <a:ext cx="2278186" cy="3189461"/>
        </a:xfrm>
        <a:prstGeom prst="rect">
          <a:avLst/>
        </a:prstGeom>
        <a:solidFill>
          <a:schemeClr val="accent2">
            <a:tint val="40000"/>
            <a:alpha val="90000"/>
            <a:hueOff val="-920933"/>
            <a:satOff val="6135"/>
            <a:lumOff val="561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920933"/>
              <a:satOff val="6135"/>
              <a:lumOff val="5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616" tIns="330200" rIns="177616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Update board → Win check → Switch player</a:t>
          </a:r>
        </a:p>
      </dsp:txBody>
      <dsp:txXfrm>
        <a:off x="2506005" y="1628627"/>
        <a:ext cx="2278186" cy="1913676"/>
      </dsp:txXfrm>
    </dsp:sp>
    <dsp:sp modelId="{4470886E-68A2-432A-9708-FB8B388C1B0C}">
      <dsp:nvSpPr>
        <dsp:cNvPr id="0" name=""/>
        <dsp:cNvSpPr/>
      </dsp:nvSpPr>
      <dsp:spPr>
        <a:xfrm>
          <a:off x="3166679" y="735578"/>
          <a:ext cx="956838" cy="956838"/>
        </a:xfrm>
        <a:prstGeom prst="ellipse">
          <a:avLst/>
        </a:prstGeom>
        <a:solidFill>
          <a:schemeClr val="accent2">
            <a:hueOff val="-529349"/>
            <a:satOff val="597"/>
            <a:lumOff val="1412"/>
            <a:alphaOff val="0"/>
          </a:schemeClr>
        </a:solidFill>
        <a:ln w="15875" cap="flat" cmpd="sng" algn="ctr">
          <a:solidFill>
            <a:schemeClr val="accent2">
              <a:hueOff val="-529349"/>
              <a:satOff val="597"/>
              <a:lumOff val="141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599" tIns="12700" rIns="7459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306805" y="875704"/>
        <a:ext cx="676586" cy="676586"/>
      </dsp:txXfrm>
    </dsp:sp>
    <dsp:sp modelId="{E5132747-8CF5-4A23-81E4-46EBC249FB53}">
      <dsp:nvSpPr>
        <dsp:cNvPr id="0" name=""/>
        <dsp:cNvSpPr/>
      </dsp:nvSpPr>
      <dsp:spPr>
        <a:xfrm>
          <a:off x="2506005" y="3606021"/>
          <a:ext cx="2278186" cy="72"/>
        </a:xfrm>
        <a:prstGeom prst="rect">
          <a:avLst/>
        </a:prstGeom>
        <a:solidFill>
          <a:schemeClr val="accent2">
            <a:hueOff val="-794024"/>
            <a:satOff val="895"/>
            <a:lumOff val="2118"/>
            <a:alphaOff val="0"/>
          </a:schemeClr>
        </a:solidFill>
        <a:ln w="15875" cap="flat" cmpd="sng" algn="ctr">
          <a:solidFill>
            <a:schemeClr val="accent2">
              <a:hueOff val="-794024"/>
              <a:satOff val="895"/>
              <a:lumOff val="211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A8CBEF-4E84-4BA8-9ECD-8919671C4A00}">
      <dsp:nvSpPr>
        <dsp:cNvPr id="0" name=""/>
        <dsp:cNvSpPr/>
      </dsp:nvSpPr>
      <dsp:spPr>
        <a:xfrm>
          <a:off x="5012010" y="416631"/>
          <a:ext cx="2278186" cy="3189461"/>
        </a:xfrm>
        <a:prstGeom prst="rect">
          <a:avLst/>
        </a:prstGeom>
        <a:solidFill>
          <a:schemeClr val="accent2">
            <a:tint val="40000"/>
            <a:alpha val="90000"/>
            <a:hueOff val="-1841865"/>
            <a:satOff val="12270"/>
            <a:lumOff val="1122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1841865"/>
              <a:satOff val="12270"/>
              <a:lumOff val="112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616" tIns="330200" rIns="177616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End on win or full board</a:t>
          </a:r>
        </a:p>
      </dsp:txBody>
      <dsp:txXfrm>
        <a:off x="5012010" y="1628627"/>
        <a:ext cx="2278186" cy="1913676"/>
      </dsp:txXfrm>
    </dsp:sp>
    <dsp:sp modelId="{48CE228E-D4BE-42DF-A2DE-1BBDA05332CB}">
      <dsp:nvSpPr>
        <dsp:cNvPr id="0" name=""/>
        <dsp:cNvSpPr/>
      </dsp:nvSpPr>
      <dsp:spPr>
        <a:xfrm>
          <a:off x="5672684" y="735578"/>
          <a:ext cx="956838" cy="956838"/>
        </a:xfrm>
        <a:prstGeom prst="ellipse">
          <a:avLst/>
        </a:prstGeom>
        <a:solidFill>
          <a:schemeClr val="accent2">
            <a:hueOff val="-1058698"/>
            <a:satOff val="1194"/>
            <a:lumOff val="2824"/>
            <a:alphaOff val="0"/>
          </a:schemeClr>
        </a:solidFill>
        <a:ln w="15875" cap="flat" cmpd="sng" algn="ctr">
          <a:solidFill>
            <a:schemeClr val="accent2">
              <a:hueOff val="-1058698"/>
              <a:satOff val="1194"/>
              <a:lumOff val="282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599" tIns="12700" rIns="7459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5812810" y="875704"/>
        <a:ext cx="676586" cy="676586"/>
      </dsp:txXfrm>
    </dsp:sp>
    <dsp:sp modelId="{E443E380-58D2-498A-A6AF-DAACC051EDB1}">
      <dsp:nvSpPr>
        <dsp:cNvPr id="0" name=""/>
        <dsp:cNvSpPr/>
      </dsp:nvSpPr>
      <dsp:spPr>
        <a:xfrm>
          <a:off x="5012010" y="3606021"/>
          <a:ext cx="2278186" cy="72"/>
        </a:xfrm>
        <a:prstGeom prst="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accent2">
              <a:hueOff val="-1323373"/>
              <a:satOff val="1492"/>
              <a:lumOff val="35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0681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679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2878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783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057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840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957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742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9667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510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5847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0618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8D726A5-7900-41B4-8D49-49B4A2010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etal tic-tac-toe game pieces">
            <a:extLst>
              <a:ext uri="{FF2B5EF4-FFF2-40B4-BE49-F238E27FC236}">
                <a16:creationId xmlns:a16="http://schemas.microsoft.com/office/drawing/2014/main" id="{5C3B8641-10E9-2178-58E1-414878512E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5000"/>
          </a:blip>
          <a:srcRect r="25"/>
          <a:stretch>
            <a:fillRect/>
          </a:stretch>
        </p:blipFill>
        <p:spPr>
          <a:xfrm>
            <a:off x="20" y="-1"/>
            <a:ext cx="9141694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2600" y="643467"/>
            <a:ext cx="5373505" cy="5571066"/>
          </a:xfrm>
        </p:spPr>
        <p:txBody>
          <a:bodyPr>
            <a:normAutofit/>
          </a:bodyPr>
          <a:lstStyle/>
          <a:p>
            <a:r>
              <a:rPr lang="en-GB" sz="5700">
                <a:solidFill>
                  <a:schemeClr val="tx1"/>
                </a:solidFill>
              </a:rPr>
              <a:t>Tic-Tac-Toe Game in 8086 Assembly Language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38706" y="643467"/>
            <a:ext cx="2322694" cy="5571066"/>
          </a:xfrm>
        </p:spPr>
        <p:txBody>
          <a:bodyPr>
            <a:normAutofit/>
          </a:bodyPr>
          <a:lstStyle/>
          <a:p>
            <a:r>
              <a:rPr lang="en-GB" sz="1700">
                <a:solidFill>
                  <a:schemeClr val="tx1"/>
                </a:solidFill>
              </a:rPr>
              <a:t>Muhammad Sajid 55243</a:t>
            </a:r>
            <a:br>
              <a:rPr lang="en-GB" sz="1700">
                <a:solidFill>
                  <a:schemeClr val="tx1"/>
                </a:solidFill>
              </a:rPr>
            </a:br>
            <a:r>
              <a:rPr lang="en-GB" sz="1700">
                <a:solidFill>
                  <a:schemeClr val="tx1"/>
                </a:solidFill>
              </a:rPr>
              <a:t>Daniyal Saeed 53937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6E49661-E258-450C-8150-A91A6B30D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04703" y="1828800"/>
            <a:ext cx="0" cy="3200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4550113" cy="1499616"/>
          </a:xfrm>
        </p:spPr>
        <p:txBody>
          <a:bodyPr>
            <a:normAutofit/>
          </a:bodyPr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4550113" cy="4023360"/>
          </a:xfrm>
        </p:spPr>
        <p:txBody>
          <a:bodyPr>
            <a:normAutofit/>
          </a:bodyPr>
          <a:lstStyle/>
          <a:p>
            <a:endParaRPr/>
          </a:p>
          <a:p>
            <a:pPr>
              <a:defRPr sz="2000"/>
            </a:pPr>
            <a:r>
              <a:t>Objective: Develop a console-based Tic-Tac-Toe game in 8086 Assembly</a:t>
            </a:r>
          </a:p>
          <a:p>
            <a:pPr>
              <a:defRPr sz="2000"/>
            </a:pPr>
            <a:r>
              <a:t>Two-player gameplay • Real-time board display</a:t>
            </a:r>
          </a:p>
          <a:p>
            <a:pPr>
              <a:defRPr sz="2000"/>
            </a:pPr>
            <a:r>
              <a:t>Win detection • Player switching • Input validation</a:t>
            </a:r>
          </a:p>
          <a:p>
            <a:pPr>
              <a:defRPr sz="2000"/>
            </a:pPr>
            <a:r>
              <a:t>Purpose: Demonstrate low-level programming proficiency</a:t>
            </a:r>
          </a:p>
        </p:txBody>
      </p:sp>
      <p:pic>
        <p:nvPicPr>
          <p:cNvPr id="5" name="Picture 4" descr="Gadgets on a desk">
            <a:extLst>
              <a:ext uri="{FF2B5EF4-FFF2-40B4-BE49-F238E27FC236}">
                <a16:creationId xmlns:a16="http://schemas.microsoft.com/office/drawing/2014/main" id="{AE4439CB-B55F-8E85-EE0C-FFF7B96A89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61" r="40083"/>
          <a:stretch>
            <a:fillRect/>
          </a:stretch>
        </p:blipFill>
        <p:spPr>
          <a:xfrm>
            <a:off x="5664199" y="10"/>
            <a:ext cx="3479800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AAC386-A18D-4525-AD1B-4D227ED34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7404" y="643467"/>
            <a:ext cx="2604756" cy="5571066"/>
          </a:xfrm>
        </p:spPr>
        <p:txBody>
          <a:bodyPr>
            <a:normAutofit/>
          </a:bodyPr>
          <a:lstStyle/>
          <a:p>
            <a:r>
              <a:rPr lang="en-GB" sz="4100"/>
              <a:t>Development Tool - emu8086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4C4AD0-FE94-4E84-ACA6-CC5BF1A11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890097" y="2514600"/>
            <a:ext cx="0" cy="1828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4798938-5B3E-EBE6-EF96-15F415A906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5745414"/>
              </p:ext>
            </p:extLst>
          </p:nvPr>
        </p:nvGraphicFramePr>
        <p:xfrm>
          <a:off x="707231" y="933450"/>
          <a:ext cx="4947047" cy="4941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563FE67-C672-1285-5A12-A0EF4FA972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2205547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Program Structure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7E11BB9-250C-FDED-3AEE-54A5F4ED84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42285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109556B-EAE9-4435-B409-0519F2CBD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64199" cy="6858000"/>
          </a:xfrm>
          <a:prstGeom prst="rect">
            <a:avLst/>
          </a:prstGeom>
          <a:solidFill>
            <a:srgbClr val="2F56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4505270" cy="1499616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Core Algorithms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814CCBE-423E-41B2-A9F3-82679F490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4505270" cy="4023360"/>
          </a:xfrm>
        </p:spPr>
        <p:txBody>
          <a:bodyPr>
            <a:normAutofit/>
          </a:bodyPr>
          <a:lstStyle/>
          <a:p>
            <a:endParaRPr lang="en-GB">
              <a:solidFill>
                <a:srgbClr val="FFFFFF"/>
              </a:solidFill>
            </a:endParaRPr>
          </a:p>
          <a:p>
            <a:pPr>
              <a:defRPr sz="2000"/>
            </a:pPr>
            <a:r>
              <a:rPr lang="en-GB">
                <a:solidFill>
                  <a:srgbClr val="FFFFFF"/>
                </a:solidFill>
              </a:rPr>
              <a:t>Board stored as 3×3 grid string</a:t>
            </a:r>
          </a:p>
          <a:p>
            <a:pPr>
              <a:defRPr sz="2000"/>
            </a:pPr>
            <a:r>
              <a:rPr lang="en-GB">
                <a:solidFill>
                  <a:srgbClr val="FFFFFF"/>
                </a:solidFill>
              </a:rPr>
              <a:t>Win detection: rows, columns, diagonals</a:t>
            </a:r>
          </a:p>
          <a:p>
            <a:pPr>
              <a:defRPr sz="2000"/>
            </a:pPr>
            <a:r>
              <a:rPr lang="en-GB">
                <a:solidFill>
                  <a:srgbClr val="FFFFFF"/>
                </a:solidFill>
              </a:rPr>
              <a:t>Player switching using XOR</a:t>
            </a:r>
          </a:p>
          <a:p>
            <a:pPr>
              <a:defRPr sz="2000"/>
            </a:pPr>
            <a:r>
              <a:rPr lang="en-GB">
                <a:solidFill>
                  <a:srgbClr val="FFFFFF"/>
                </a:solidFill>
              </a:rPr>
              <a:t>Board update via pointer array</a:t>
            </a:r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3411D20D-6A41-4E82-BE85-AC80385EA4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39" r="37048"/>
          <a:stretch>
            <a:fillRect/>
          </a:stretch>
        </p:blipFill>
        <p:spPr>
          <a:xfrm>
            <a:off x="5664199" y="10"/>
            <a:ext cx="3479801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109556B-EAE9-4435-B409-0519F2CBD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64199" cy="6858000"/>
          </a:xfrm>
          <a:prstGeom prst="rect">
            <a:avLst/>
          </a:prstGeom>
          <a:solidFill>
            <a:srgbClr val="512C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4505270" cy="1499616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Key Code Snippets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814CCBE-423E-41B2-A9F3-82679F490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4505270" cy="4023360"/>
          </a:xfrm>
        </p:spPr>
        <p:txBody>
          <a:bodyPr>
            <a:normAutofit/>
          </a:bodyPr>
          <a:lstStyle/>
          <a:p>
            <a:endParaRPr lang="en-GB">
              <a:solidFill>
                <a:srgbClr val="FFFFFF"/>
              </a:solidFill>
            </a:endParaRPr>
          </a:p>
          <a:p>
            <a:pPr>
              <a:defRPr sz="2000"/>
            </a:pPr>
            <a:r>
              <a:rPr lang="en-GB">
                <a:solidFill>
                  <a:srgbClr val="FFFFFF"/>
                </a:solidFill>
              </a:rPr>
              <a:t>Diagonal win check function</a:t>
            </a:r>
          </a:p>
          <a:p>
            <a:pPr>
              <a:defRPr sz="2000"/>
            </a:pPr>
            <a:r>
              <a:rPr lang="en-GB">
                <a:solidFill>
                  <a:srgbClr val="FFFFFF"/>
                </a:solidFill>
              </a:rPr>
              <a:t>Player switching using XOR</a:t>
            </a:r>
          </a:p>
          <a:p>
            <a:pPr>
              <a:defRPr sz="2000"/>
            </a:pPr>
            <a:r>
              <a:rPr lang="en-GB">
                <a:solidFill>
                  <a:srgbClr val="FFFFFF"/>
                </a:solidFill>
              </a:rPr>
              <a:t>Board update logic</a:t>
            </a:r>
          </a:p>
        </p:txBody>
      </p:sp>
      <p:pic>
        <p:nvPicPr>
          <p:cNvPr id="13" name="Picture 12" descr="Electronic circuit board">
            <a:extLst>
              <a:ext uri="{FF2B5EF4-FFF2-40B4-BE49-F238E27FC236}">
                <a16:creationId xmlns:a16="http://schemas.microsoft.com/office/drawing/2014/main" id="{7D0D37C7-E2D4-CD5A-8299-915368FC27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572" r="41745" b="1"/>
          <a:stretch>
            <a:fillRect/>
          </a:stretch>
        </p:blipFill>
        <p:spPr>
          <a:xfrm>
            <a:off x="5664199" y="10"/>
            <a:ext cx="3479801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hade val="85000"/>
            <a:satMod val="1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43280A9-E265-46D1-8575-622906D20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1544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6">
            <a:extLst>
              <a:ext uri="{FF2B5EF4-FFF2-40B4-BE49-F238E27FC236}">
                <a16:creationId xmlns:a16="http://schemas.microsoft.com/office/drawing/2014/main" id="{4DE20B70-4750-4280-B3AC-512C05EEF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688505" y="1814574"/>
            <a:ext cx="5570417" cy="3228207"/>
          </a:xfrm>
          <a:custGeom>
            <a:avLst/>
            <a:gdLst>
              <a:gd name="connsiteX0" fmla="*/ 4985599 w 5593163"/>
              <a:gd name="connsiteY0" fmla="*/ 636203 h 4305008"/>
              <a:gd name="connsiteX1" fmla="*/ 5528908 w 5593163"/>
              <a:gd name="connsiteY1" fmla="*/ 1181049 h 4305008"/>
              <a:gd name="connsiteX2" fmla="*/ 4985599 w 5593163"/>
              <a:gd name="connsiteY2" fmla="*/ 636203 h 4305008"/>
              <a:gd name="connsiteX3" fmla="*/ 4985599 w 5593163"/>
              <a:gd name="connsiteY3" fmla="*/ 2333028 h 4305008"/>
              <a:gd name="connsiteX4" fmla="*/ 5528908 w 5593163"/>
              <a:gd name="connsiteY4" fmla="*/ 2877874 h 4305008"/>
              <a:gd name="connsiteX5" fmla="*/ 4985599 w 5593163"/>
              <a:gd name="connsiteY5" fmla="*/ 2333028 h 4305008"/>
              <a:gd name="connsiteX6" fmla="*/ 4985597 w 5593163"/>
              <a:gd name="connsiteY6" fmla="*/ 2034258 h 4305008"/>
              <a:gd name="connsiteX7" fmla="*/ 5528906 w 5593163"/>
              <a:gd name="connsiteY7" fmla="*/ 1493690 h 4305008"/>
              <a:gd name="connsiteX8" fmla="*/ 4985597 w 5593163"/>
              <a:gd name="connsiteY8" fmla="*/ 2034258 h 4305008"/>
              <a:gd name="connsiteX9" fmla="*/ 4985597 w 5593163"/>
              <a:gd name="connsiteY9" fmla="*/ 3731083 h 4305008"/>
              <a:gd name="connsiteX10" fmla="*/ 5528906 w 5593163"/>
              <a:gd name="connsiteY10" fmla="*/ 3190516 h 4305008"/>
              <a:gd name="connsiteX11" fmla="*/ 4985597 w 5593163"/>
              <a:gd name="connsiteY11" fmla="*/ 3731083 h 4305008"/>
              <a:gd name="connsiteX12" fmla="*/ 4842232 w 5593163"/>
              <a:gd name="connsiteY12" fmla="*/ 503273 h 4305008"/>
              <a:gd name="connsiteX13" fmla="*/ 4842826 w 5593163"/>
              <a:gd name="connsiteY13" fmla="*/ 491833 h 4305008"/>
              <a:gd name="connsiteX14" fmla="*/ 4843324 w 5593163"/>
              <a:gd name="connsiteY14" fmla="*/ 491866 h 4305008"/>
              <a:gd name="connsiteX15" fmla="*/ 4843350 w 5593163"/>
              <a:gd name="connsiteY15" fmla="*/ 491372 h 4305008"/>
              <a:gd name="connsiteX16" fmla="*/ 4860437 w 5593163"/>
              <a:gd name="connsiteY16" fmla="*/ 492995 h 4305008"/>
              <a:gd name="connsiteX17" fmla="*/ 4955899 w 5593163"/>
              <a:gd name="connsiteY17" fmla="*/ 502060 h 4305008"/>
              <a:gd name="connsiteX18" fmla="*/ 4972112 w 5593163"/>
              <a:gd name="connsiteY18" fmla="*/ 503599 h 4305008"/>
              <a:gd name="connsiteX19" fmla="*/ 4972229 w 5593163"/>
              <a:gd name="connsiteY19" fmla="*/ 504747 h 4305008"/>
              <a:gd name="connsiteX20" fmla="*/ 5583809 w 5593163"/>
              <a:gd name="connsiteY20" fmla="*/ 948988 h 4305008"/>
              <a:gd name="connsiteX21" fmla="*/ 5593163 w 5593163"/>
              <a:gd name="connsiteY21" fmla="*/ 971822 h 4305008"/>
              <a:gd name="connsiteX22" fmla="*/ 5593163 w 5593163"/>
              <a:gd name="connsiteY22" fmla="*/ 1318474 h 4305008"/>
              <a:gd name="connsiteX23" fmla="*/ 5558612 w 5593163"/>
              <a:gd name="connsiteY23" fmla="*/ 1315193 h 4305008"/>
              <a:gd name="connsiteX24" fmla="*/ 5542395 w 5593163"/>
              <a:gd name="connsiteY24" fmla="*/ 1313653 h 4305008"/>
              <a:gd name="connsiteX25" fmla="*/ 5542279 w 5593163"/>
              <a:gd name="connsiteY25" fmla="*/ 1312505 h 4305008"/>
              <a:gd name="connsiteX26" fmla="*/ 4852114 w 5593163"/>
              <a:gd name="connsiteY26" fmla="*/ 619464 h 4305008"/>
              <a:gd name="connsiteX27" fmla="*/ 4851608 w 5593163"/>
              <a:gd name="connsiteY27" fmla="*/ 619401 h 4305008"/>
              <a:gd name="connsiteX28" fmla="*/ 4851070 w 5593163"/>
              <a:gd name="connsiteY28" fmla="*/ 612725 h 4305008"/>
              <a:gd name="connsiteX29" fmla="*/ 4843603 w 5593163"/>
              <a:gd name="connsiteY29" fmla="*/ 520249 h 4305008"/>
              <a:gd name="connsiteX30" fmla="*/ 4842232 w 5593163"/>
              <a:gd name="connsiteY30" fmla="*/ 503273 h 4305008"/>
              <a:gd name="connsiteX31" fmla="*/ 4842232 w 5593163"/>
              <a:gd name="connsiteY31" fmla="*/ 2200098 h 4305008"/>
              <a:gd name="connsiteX32" fmla="*/ 4842826 w 5593163"/>
              <a:gd name="connsiteY32" fmla="*/ 2188658 h 4305008"/>
              <a:gd name="connsiteX33" fmla="*/ 4843324 w 5593163"/>
              <a:gd name="connsiteY33" fmla="*/ 2188691 h 4305008"/>
              <a:gd name="connsiteX34" fmla="*/ 4843350 w 5593163"/>
              <a:gd name="connsiteY34" fmla="*/ 2188197 h 4305008"/>
              <a:gd name="connsiteX35" fmla="*/ 4860437 w 5593163"/>
              <a:gd name="connsiteY35" fmla="*/ 2189820 h 4305008"/>
              <a:gd name="connsiteX36" fmla="*/ 4955899 w 5593163"/>
              <a:gd name="connsiteY36" fmla="*/ 2198885 h 4305008"/>
              <a:gd name="connsiteX37" fmla="*/ 4972112 w 5593163"/>
              <a:gd name="connsiteY37" fmla="*/ 2200424 h 4305008"/>
              <a:gd name="connsiteX38" fmla="*/ 4972229 w 5593163"/>
              <a:gd name="connsiteY38" fmla="*/ 2201572 h 4305008"/>
              <a:gd name="connsiteX39" fmla="*/ 5583809 w 5593163"/>
              <a:gd name="connsiteY39" fmla="*/ 2645813 h 4305008"/>
              <a:gd name="connsiteX40" fmla="*/ 5593163 w 5593163"/>
              <a:gd name="connsiteY40" fmla="*/ 2668647 h 4305008"/>
              <a:gd name="connsiteX41" fmla="*/ 5593163 w 5593163"/>
              <a:gd name="connsiteY41" fmla="*/ 3015299 h 4305008"/>
              <a:gd name="connsiteX42" fmla="*/ 5558612 w 5593163"/>
              <a:gd name="connsiteY42" fmla="*/ 3012018 h 4305008"/>
              <a:gd name="connsiteX43" fmla="*/ 5542395 w 5593163"/>
              <a:gd name="connsiteY43" fmla="*/ 3010478 h 4305008"/>
              <a:gd name="connsiteX44" fmla="*/ 5542279 w 5593163"/>
              <a:gd name="connsiteY44" fmla="*/ 3009330 h 4305008"/>
              <a:gd name="connsiteX45" fmla="*/ 4852114 w 5593163"/>
              <a:gd name="connsiteY45" fmla="*/ 2316289 h 4305008"/>
              <a:gd name="connsiteX46" fmla="*/ 4851608 w 5593163"/>
              <a:gd name="connsiteY46" fmla="*/ 2316226 h 4305008"/>
              <a:gd name="connsiteX47" fmla="*/ 4851070 w 5593163"/>
              <a:gd name="connsiteY47" fmla="*/ 2309550 h 4305008"/>
              <a:gd name="connsiteX48" fmla="*/ 4843603 w 5593163"/>
              <a:gd name="connsiteY48" fmla="*/ 2217074 h 4305008"/>
              <a:gd name="connsiteX49" fmla="*/ 4842232 w 5593163"/>
              <a:gd name="connsiteY49" fmla="*/ 2200098 h 4305008"/>
              <a:gd name="connsiteX50" fmla="*/ 4842232 w 5593163"/>
              <a:gd name="connsiteY50" fmla="*/ 3896923 h 4305008"/>
              <a:gd name="connsiteX51" fmla="*/ 4842826 w 5593163"/>
              <a:gd name="connsiteY51" fmla="*/ 3885483 h 4305008"/>
              <a:gd name="connsiteX52" fmla="*/ 4843324 w 5593163"/>
              <a:gd name="connsiteY52" fmla="*/ 3885516 h 4305008"/>
              <a:gd name="connsiteX53" fmla="*/ 4843350 w 5593163"/>
              <a:gd name="connsiteY53" fmla="*/ 3885022 h 4305008"/>
              <a:gd name="connsiteX54" fmla="*/ 4860437 w 5593163"/>
              <a:gd name="connsiteY54" fmla="*/ 3886645 h 4305008"/>
              <a:gd name="connsiteX55" fmla="*/ 4955899 w 5593163"/>
              <a:gd name="connsiteY55" fmla="*/ 3895710 h 4305008"/>
              <a:gd name="connsiteX56" fmla="*/ 4972112 w 5593163"/>
              <a:gd name="connsiteY56" fmla="*/ 3897249 h 4305008"/>
              <a:gd name="connsiteX57" fmla="*/ 4972229 w 5593163"/>
              <a:gd name="connsiteY57" fmla="*/ 3898397 h 4305008"/>
              <a:gd name="connsiteX58" fmla="*/ 5532481 w 5593163"/>
              <a:gd name="connsiteY58" fmla="*/ 4255797 h 4305008"/>
              <a:gd name="connsiteX59" fmla="*/ 5560926 w 5593163"/>
              <a:gd name="connsiteY59" fmla="*/ 4305008 h 4305008"/>
              <a:gd name="connsiteX60" fmla="*/ 5409877 w 5593163"/>
              <a:gd name="connsiteY60" fmla="*/ 4305008 h 4305008"/>
              <a:gd name="connsiteX61" fmla="*/ 5357754 w 5593163"/>
              <a:gd name="connsiteY61" fmla="*/ 4241205 h 4305008"/>
              <a:gd name="connsiteX62" fmla="*/ 4985599 w 5593163"/>
              <a:gd name="connsiteY62" fmla="*/ 4029853 h 4305008"/>
              <a:gd name="connsiteX63" fmla="*/ 5084780 w 5593163"/>
              <a:gd name="connsiteY63" fmla="*/ 4271827 h 4305008"/>
              <a:gd name="connsiteX64" fmla="*/ 5111462 w 5593163"/>
              <a:gd name="connsiteY64" fmla="*/ 4305008 h 4305008"/>
              <a:gd name="connsiteX65" fmla="*/ 4957353 w 5593163"/>
              <a:gd name="connsiteY65" fmla="*/ 4305008 h 4305008"/>
              <a:gd name="connsiteX66" fmla="*/ 4927231 w 5593163"/>
              <a:gd name="connsiteY66" fmla="*/ 4254710 h 4305008"/>
              <a:gd name="connsiteX67" fmla="*/ 4852114 w 5593163"/>
              <a:gd name="connsiteY67" fmla="*/ 4013114 h 4305008"/>
              <a:gd name="connsiteX68" fmla="*/ 4851608 w 5593163"/>
              <a:gd name="connsiteY68" fmla="*/ 4013051 h 4305008"/>
              <a:gd name="connsiteX69" fmla="*/ 4851070 w 5593163"/>
              <a:gd name="connsiteY69" fmla="*/ 4006375 h 4305008"/>
              <a:gd name="connsiteX70" fmla="*/ 4843603 w 5593163"/>
              <a:gd name="connsiteY70" fmla="*/ 3913899 h 4305008"/>
              <a:gd name="connsiteX71" fmla="*/ 4842232 w 5593163"/>
              <a:gd name="connsiteY71" fmla="*/ 3896923 h 4305008"/>
              <a:gd name="connsiteX72" fmla="*/ 4842230 w 5593163"/>
              <a:gd name="connsiteY72" fmla="*/ 469318 h 4305008"/>
              <a:gd name="connsiteX73" fmla="*/ 4843601 w 5593163"/>
              <a:gd name="connsiteY73" fmla="*/ 452471 h 4305008"/>
              <a:gd name="connsiteX74" fmla="*/ 4851065 w 5593163"/>
              <a:gd name="connsiteY74" fmla="*/ 360740 h 4305008"/>
              <a:gd name="connsiteX75" fmla="*/ 4851605 w 5593163"/>
              <a:gd name="connsiteY75" fmla="*/ 354103 h 4305008"/>
              <a:gd name="connsiteX76" fmla="*/ 4852110 w 5593163"/>
              <a:gd name="connsiteY76" fmla="*/ 354040 h 4305008"/>
              <a:gd name="connsiteX77" fmla="*/ 4936323 w 5593163"/>
              <a:gd name="connsiteY77" fmla="*/ 96778 h 4305008"/>
              <a:gd name="connsiteX78" fmla="*/ 4998957 w 5593163"/>
              <a:gd name="connsiteY78" fmla="*/ 0 h 4305008"/>
              <a:gd name="connsiteX79" fmla="*/ 5167333 w 5593163"/>
              <a:gd name="connsiteY79" fmla="*/ 0 h 4305008"/>
              <a:gd name="connsiteX80" fmla="*/ 5099105 w 5593163"/>
              <a:gd name="connsiteY80" fmla="*/ 76659 h 4305008"/>
              <a:gd name="connsiteX81" fmla="*/ 4985597 w 5593163"/>
              <a:gd name="connsiteY81" fmla="*/ 337433 h 4305008"/>
              <a:gd name="connsiteX82" fmla="*/ 5424571 w 5593163"/>
              <a:gd name="connsiteY82" fmla="*/ 44350 h 4305008"/>
              <a:gd name="connsiteX83" fmla="*/ 5446799 w 5593163"/>
              <a:gd name="connsiteY83" fmla="*/ 0 h 4305008"/>
              <a:gd name="connsiteX84" fmla="*/ 5593163 w 5593163"/>
              <a:gd name="connsiteY84" fmla="*/ 0 h 4305008"/>
              <a:gd name="connsiteX85" fmla="*/ 5593163 w 5593163"/>
              <a:gd name="connsiteY85" fmla="*/ 4197 h 4305008"/>
              <a:gd name="connsiteX86" fmla="*/ 5543598 w 5593163"/>
              <a:gd name="connsiteY86" fmla="*/ 95636 h 4305008"/>
              <a:gd name="connsiteX87" fmla="*/ 4972226 w 5593163"/>
              <a:gd name="connsiteY87" fmla="*/ 467856 h 4305008"/>
              <a:gd name="connsiteX88" fmla="*/ 4972110 w 5593163"/>
              <a:gd name="connsiteY88" fmla="*/ 468995 h 4305008"/>
              <a:gd name="connsiteX89" fmla="*/ 4955893 w 5593163"/>
              <a:gd name="connsiteY89" fmla="*/ 470523 h 4305008"/>
              <a:gd name="connsiteX90" fmla="*/ 4860466 w 5593163"/>
              <a:gd name="connsiteY90" fmla="*/ 479514 h 4305008"/>
              <a:gd name="connsiteX91" fmla="*/ 4843348 w 5593163"/>
              <a:gd name="connsiteY91" fmla="*/ 481127 h 4305008"/>
              <a:gd name="connsiteX92" fmla="*/ 4843322 w 5593163"/>
              <a:gd name="connsiteY92" fmla="*/ 480636 h 4305008"/>
              <a:gd name="connsiteX93" fmla="*/ 4842823 w 5593163"/>
              <a:gd name="connsiteY93" fmla="*/ 480669 h 4305008"/>
              <a:gd name="connsiteX94" fmla="*/ 4842230 w 5593163"/>
              <a:gd name="connsiteY94" fmla="*/ 469318 h 4305008"/>
              <a:gd name="connsiteX95" fmla="*/ 4842230 w 5593163"/>
              <a:gd name="connsiteY95" fmla="*/ 2166144 h 4305008"/>
              <a:gd name="connsiteX96" fmla="*/ 4843601 w 5593163"/>
              <a:gd name="connsiteY96" fmla="*/ 2149296 h 4305008"/>
              <a:gd name="connsiteX97" fmla="*/ 4851065 w 5593163"/>
              <a:gd name="connsiteY97" fmla="*/ 2057565 h 4305008"/>
              <a:gd name="connsiteX98" fmla="*/ 4851605 w 5593163"/>
              <a:gd name="connsiteY98" fmla="*/ 2050928 h 4305008"/>
              <a:gd name="connsiteX99" fmla="*/ 4852110 w 5593163"/>
              <a:gd name="connsiteY99" fmla="*/ 2050865 h 4305008"/>
              <a:gd name="connsiteX100" fmla="*/ 5542276 w 5593163"/>
              <a:gd name="connsiteY100" fmla="*/ 1363267 h 4305008"/>
              <a:gd name="connsiteX101" fmla="*/ 5542393 w 5593163"/>
              <a:gd name="connsiteY101" fmla="*/ 1362128 h 4305008"/>
              <a:gd name="connsiteX102" fmla="*/ 5558606 w 5593163"/>
              <a:gd name="connsiteY102" fmla="*/ 1360601 h 4305008"/>
              <a:gd name="connsiteX103" fmla="*/ 5593163 w 5593163"/>
              <a:gd name="connsiteY103" fmla="*/ 1357345 h 4305008"/>
              <a:gd name="connsiteX104" fmla="*/ 5593163 w 5593163"/>
              <a:gd name="connsiteY104" fmla="*/ 1701268 h 4305008"/>
              <a:gd name="connsiteX105" fmla="*/ 5583807 w 5593163"/>
              <a:gd name="connsiteY105" fmla="*/ 1723929 h 4305008"/>
              <a:gd name="connsiteX106" fmla="*/ 4972226 w 5593163"/>
              <a:gd name="connsiteY106" fmla="*/ 2164681 h 4305008"/>
              <a:gd name="connsiteX107" fmla="*/ 4972110 w 5593163"/>
              <a:gd name="connsiteY107" fmla="*/ 2165820 h 4305008"/>
              <a:gd name="connsiteX108" fmla="*/ 4955893 w 5593163"/>
              <a:gd name="connsiteY108" fmla="*/ 2167348 h 4305008"/>
              <a:gd name="connsiteX109" fmla="*/ 4860466 w 5593163"/>
              <a:gd name="connsiteY109" fmla="*/ 2176339 h 4305008"/>
              <a:gd name="connsiteX110" fmla="*/ 4843348 w 5593163"/>
              <a:gd name="connsiteY110" fmla="*/ 2177952 h 4305008"/>
              <a:gd name="connsiteX111" fmla="*/ 4843322 w 5593163"/>
              <a:gd name="connsiteY111" fmla="*/ 2177461 h 4305008"/>
              <a:gd name="connsiteX112" fmla="*/ 4842823 w 5593163"/>
              <a:gd name="connsiteY112" fmla="*/ 2177494 h 4305008"/>
              <a:gd name="connsiteX113" fmla="*/ 4842230 w 5593163"/>
              <a:gd name="connsiteY113" fmla="*/ 2166144 h 4305008"/>
              <a:gd name="connsiteX114" fmla="*/ 4842230 w 5593163"/>
              <a:gd name="connsiteY114" fmla="*/ 3862969 h 4305008"/>
              <a:gd name="connsiteX115" fmla="*/ 4843601 w 5593163"/>
              <a:gd name="connsiteY115" fmla="*/ 3846121 h 4305008"/>
              <a:gd name="connsiteX116" fmla="*/ 4851065 w 5593163"/>
              <a:gd name="connsiteY116" fmla="*/ 3754390 h 4305008"/>
              <a:gd name="connsiteX117" fmla="*/ 4851605 w 5593163"/>
              <a:gd name="connsiteY117" fmla="*/ 3747753 h 4305008"/>
              <a:gd name="connsiteX118" fmla="*/ 4852110 w 5593163"/>
              <a:gd name="connsiteY118" fmla="*/ 3747690 h 4305008"/>
              <a:gd name="connsiteX119" fmla="*/ 5542276 w 5593163"/>
              <a:gd name="connsiteY119" fmla="*/ 3060092 h 4305008"/>
              <a:gd name="connsiteX120" fmla="*/ 5542393 w 5593163"/>
              <a:gd name="connsiteY120" fmla="*/ 3058953 h 4305008"/>
              <a:gd name="connsiteX121" fmla="*/ 5558606 w 5593163"/>
              <a:gd name="connsiteY121" fmla="*/ 3057426 h 4305008"/>
              <a:gd name="connsiteX122" fmla="*/ 5593163 w 5593163"/>
              <a:gd name="connsiteY122" fmla="*/ 3054170 h 4305008"/>
              <a:gd name="connsiteX123" fmla="*/ 5593163 w 5593163"/>
              <a:gd name="connsiteY123" fmla="*/ 3398093 h 4305008"/>
              <a:gd name="connsiteX124" fmla="*/ 5583807 w 5593163"/>
              <a:gd name="connsiteY124" fmla="*/ 3420754 h 4305008"/>
              <a:gd name="connsiteX125" fmla="*/ 4972226 w 5593163"/>
              <a:gd name="connsiteY125" fmla="*/ 3861506 h 4305008"/>
              <a:gd name="connsiteX126" fmla="*/ 4972110 w 5593163"/>
              <a:gd name="connsiteY126" fmla="*/ 3862645 h 4305008"/>
              <a:gd name="connsiteX127" fmla="*/ 4955893 w 5593163"/>
              <a:gd name="connsiteY127" fmla="*/ 3864173 h 4305008"/>
              <a:gd name="connsiteX128" fmla="*/ 4860466 w 5593163"/>
              <a:gd name="connsiteY128" fmla="*/ 3873164 h 4305008"/>
              <a:gd name="connsiteX129" fmla="*/ 4843348 w 5593163"/>
              <a:gd name="connsiteY129" fmla="*/ 3874777 h 4305008"/>
              <a:gd name="connsiteX130" fmla="*/ 4843322 w 5593163"/>
              <a:gd name="connsiteY130" fmla="*/ 3874286 h 4305008"/>
              <a:gd name="connsiteX131" fmla="*/ 4842823 w 5593163"/>
              <a:gd name="connsiteY131" fmla="*/ 3874319 h 4305008"/>
              <a:gd name="connsiteX132" fmla="*/ 4842230 w 5593163"/>
              <a:gd name="connsiteY132" fmla="*/ 3862969 h 4305008"/>
              <a:gd name="connsiteX133" fmla="*/ 4135041 w 5593163"/>
              <a:gd name="connsiteY133" fmla="*/ 1181049 h 4305008"/>
              <a:gd name="connsiteX134" fmla="*/ 4678350 w 5593163"/>
              <a:gd name="connsiteY134" fmla="*/ 636203 h 4305008"/>
              <a:gd name="connsiteX135" fmla="*/ 4135041 w 5593163"/>
              <a:gd name="connsiteY135" fmla="*/ 1181049 h 4305008"/>
              <a:gd name="connsiteX136" fmla="*/ 4135041 w 5593163"/>
              <a:gd name="connsiteY136" fmla="*/ 1493690 h 4305008"/>
              <a:gd name="connsiteX137" fmla="*/ 4678350 w 5593163"/>
              <a:gd name="connsiteY137" fmla="*/ 2034258 h 4305008"/>
              <a:gd name="connsiteX138" fmla="*/ 4135041 w 5593163"/>
              <a:gd name="connsiteY138" fmla="*/ 1493690 h 4305008"/>
              <a:gd name="connsiteX139" fmla="*/ 4135041 w 5593163"/>
              <a:gd name="connsiteY139" fmla="*/ 2877874 h 4305008"/>
              <a:gd name="connsiteX140" fmla="*/ 4678350 w 5593163"/>
              <a:gd name="connsiteY140" fmla="*/ 2333028 h 4305008"/>
              <a:gd name="connsiteX141" fmla="*/ 4135041 w 5593163"/>
              <a:gd name="connsiteY141" fmla="*/ 2877874 h 4305008"/>
              <a:gd name="connsiteX142" fmla="*/ 4135041 w 5593163"/>
              <a:gd name="connsiteY142" fmla="*/ 3190516 h 4305008"/>
              <a:gd name="connsiteX143" fmla="*/ 4678350 w 5593163"/>
              <a:gd name="connsiteY143" fmla="*/ 3731083 h 4305008"/>
              <a:gd name="connsiteX144" fmla="*/ 4135041 w 5593163"/>
              <a:gd name="connsiteY144" fmla="*/ 3190516 h 4305008"/>
              <a:gd name="connsiteX145" fmla="*/ 4103022 w 5593163"/>
              <a:gd name="connsiteY145" fmla="*/ 4305008 h 4305008"/>
              <a:gd name="connsiteX146" fmla="*/ 4131467 w 5593163"/>
              <a:gd name="connsiteY146" fmla="*/ 4255797 h 4305008"/>
              <a:gd name="connsiteX147" fmla="*/ 4691720 w 5593163"/>
              <a:gd name="connsiteY147" fmla="*/ 3898397 h 4305008"/>
              <a:gd name="connsiteX148" fmla="*/ 4691837 w 5593163"/>
              <a:gd name="connsiteY148" fmla="*/ 3897249 h 4305008"/>
              <a:gd name="connsiteX149" fmla="*/ 4708050 w 5593163"/>
              <a:gd name="connsiteY149" fmla="*/ 3895710 h 4305008"/>
              <a:gd name="connsiteX150" fmla="*/ 4803512 w 5593163"/>
              <a:gd name="connsiteY150" fmla="*/ 3886645 h 4305008"/>
              <a:gd name="connsiteX151" fmla="*/ 4820599 w 5593163"/>
              <a:gd name="connsiteY151" fmla="*/ 3885022 h 4305008"/>
              <a:gd name="connsiteX152" fmla="*/ 4820625 w 5593163"/>
              <a:gd name="connsiteY152" fmla="*/ 3885516 h 4305008"/>
              <a:gd name="connsiteX153" fmla="*/ 4821123 w 5593163"/>
              <a:gd name="connsiteY153" fmla="*/ 3885483 h 4305008"/>
              <a:gd name="connsiteX154" fmla="*/ 4821717 w 5593163"/>
              <a:gd name="connsiteY154" fmla="*/ 3896923 h 4305008"/>
              <a:gd name="connsiteX155" fmla="*/ 4820346 w 5593163"/>
              <a:gd name="connsiteY155" fmla="*/ 3913899 h 4305008"/>
              <a:gd name="connsiteX156" fmla="*/ 4812879 w 5593163"/>
              <a:gd name="connsiteY156" fmla="*/ 4006375 h 4305008"/>
              <a:gd name="connsiteX157" fmla="*/ 4812341 w 5593163"/>
              <a:gd name="connsiteY157" fmla="*/ 4013051 h 4305008"/>
              <a:gd name="connsiteX158" fmla="*/ 4811835 w 5593163"/>
              <a:gd name="connsiteY158" fmla="*/ 4013114 h 4305008"/>
              <a:gd name="connsiteX159" fmla="*/ 4736718 w 5593163"/>
              <a:gd name="connsiteY159" fmla="*/ 4254710 h 4305008"/>
              <a:gd name="connsiteX160" fmla="*/ 4706597 w 5593163"/>
              <a:gd name="connsiteY160" fmla="*/ 4305008 h 4305008"/>
              <a:gd name="connsiteX161" fmla="*/ 4552487 w 5593163"/>
              <a:gd name="connsiteY161" fmla="*/ 4305008 h 4305008"/>
              <a:gd name="connsiteX162" fmla="*/ 4579169 w 5593163"/>
              <a:gd name="connsiteY162" fmla="*/ 4271827 h 4305008"/>
              <a:gd name="connsiteX163" fmla="*/ 4678350 w 5593163"/>
              <a:gd name="connsiteY163" fmla="*/ 4029853 h 4305008"/>
              <a:gd name="connsiteX164" fmla="*/ 4306196 w 5593163"/>
              <a:gd name="connsiteY164" fmla="*/ 4241205 h 4305008"/>
              <a:gd name="connsiteX165" fmla="*/ 4254073 w 5593163"/>
              <a:gd name="connsiteY165" fmla="*/ 4305008 h 4305008"/>
              <a:gd name="connsiteX166" fmla="*/ 4068511 w 5593163"/>
              <a:gd name="connsiteY166" fmla="*/ 0 h 4305008"/>
              <a:gd name="connsiteX167" fmla="*/ 4217148 w 5593163"/>
              <a:gd name="connsiteY167" fmla="*/ 0 h 4305008"/>
              <a:gd name="connsiteX168" fmla="*/ 4239376 w 5593163"/>
              <a:gd name="connsiteY168" fmla="*/ 44350 h 4305008"/>
              <a:gd name="connsiteX169" fmla="*/ 4678350 w 5593163"/>
              <a:gd name="connsiteY169" fmla="*/ 337433 h 4305008"/>
              <a:gd name="connsiteX170" fmla="*/ 4564842 w 5593163"/>
              <a:gd name="connsiteY170" fmla="*/ 76659 h 4305008"/>
              <a:gd name="connsiteX171" fmla="*/ 4496615 w 5593163"/>
              <a:gd name="connsiteY171" fmla="*/ 0 h 4305008"/>
              <a:gd name="connsiteX172" fmla="*/ 4664989 w 5593163"/>
              <a:gd name="connsiteY172" fmla="*/ 0 h 4305008"/>
              <a:gd name="connsiteX173" fmla="*/ 4727623 w 5593163"/>
              <a:gd name="connsiteY173" fmla="*/ 96778 h 4305008"/>
              <a:gd name="connsiteX174" fmla="*/ 4811836 w 5593163"/>
              <a:gd name="connsiteY174" fmla="*/ 354040 h 4305008"/>
              <a:gd name="connsiteX175" fmla="*/ 4812342 w 5593163"/>
              <a:gd name="connsiteY175" fmla="*/ 354103 h 4305008"/>
              <a:gd name="connsiteX176" fmla="*/ 4812882 w 5593163"/>
              <a:gd name="connsiteY176" fmla="*/ 360740 h 4305008"/>
              <a:gd name="connsiteX177" fmla="*/ 4820346 w 5593163"/>
              <a:gd name="connsiteY177" fmla="*/ 452471 h 4305008"/>
              <a:gd name="connsiteX178" fmla="*/ 4821717 w 5593163"/>
              <a:gd name="connsiteY178" fmla="*/ 469318 h 4305008"/>
              <a:gd name="connsiteX179" fmla="*/ 4821124 w 5593163"/>
              <a:gd name="connsiteY179" fmla="*/ 480669 h 4305008"/>
              <a:gd name="connsiteX180" fmla="*/ 4820625 w 5593163"/>
              <a:gd name="connsiteY180" fmla="*/ 480636 h 4305008"/>
              <a:gd name="connsiteX181" fmla="*/ 4820599 w 5593163"/>
              <a:gd name="connsiteY181" fmla="*/ 481127 h 4305008"/>
              <a:gd name="connsiteX182" fmla="*/ 4803481 w 5593163"/>
              <a:gd name="connsiteY182" fmla="*/ 479514 h 4305008"/>
              <a:gd name="connsiteX183" fmla="*/ 4708054 w 5593163"/>
              <a:gd name="connsiteY183" fmla="*/ 470523 h 4305008"/>
              <a:gd name="connsiteX184" fmla="*/ 4691837 w 5593163"/>
              <a:gd name="connsiteY184" fmla="*/ 468995 h 4305008"/>
              <a:gd name="connsiteX185" fmla="*/ 4691721 w 5593163"/>
              <a:gd name="connsiteY185" fmla="*/ 467856 h 4305008"/>
              <a:gd name="connsiteX186" fmla="*/ 4120350 w 5593163"/>
              <a:gd name="connsiteY186" fmla="*/ 95636 h 4305008"/>
              <a:gd name="connsiteX187" fmla="*/ 3991674 w 5593163"/>
              <a:gd name="connsiteY187" fmla="*/ 1313979 h 4305008"/>
              <a:gd name="connsiteX188" fmla="*/ 3993045 w 5593163"/>
              <a:gd name="connsiteY188" fmla="*/ 1296998 h 4305008"/>
              <a:gd name="connsiteX189" fmla="*/ 4000509 w 5593163"/>
              <a:gd name="connsiteY189" fmla="*/ 1204541 h 4305008"/>
              <a:gd name="connsiteX190" fmla="*/ 4001049 w 5593163"/>
              <a:gd name="connsiteY190" fmla="*/ 1197851 h 4305008"/>
              <a:gd name="connsiteX191" fmla="*/ 4001555 w 5593163"/>
              <a:gd name="connsiteY191" fmla="*/ 1197788 h 4305008"/>
              <a:gd name="connsiteX192" fmla="*/ 4691720 w 5593163"/>
              <a:gd name="connsiteY192" fmla="*/ 504747 h 4305008"/>
              <a:gd name="connsiteX193" fmla="*/ 4691837 w 5593163"/>
              <a:gd name="connsiteY193" fmla="*/ 503599 h 4305008"/>
              <a:gd name="connsiteX194" fmla="*/ 4708050 w 5593163"/>
              <a:gd name="connsiteY194" fmla="*/ 502060 h 4305008"/>
              <a:gd name="connsiteX195" fmla="*/ 4803512 w 5593163"/>
              <a:gd name="connsiteY195" fmla="*/ 492995 h 4305008"/>
              <a:gd name="connsiteX196" fmla="*/ 4820599 w 5593163"/>
              <a:gd name="connsiteY196" fmla="*/ 491372 h 4305008"/>
              <a:gd name="connsiteX197" fmla="*/ 4820625 w 5593163"/>
              <a:gd name="connsiteY197" fmla="*/ 491866 h 4305008"/>
              <a:gd name="connsiteX198" fmla="*/ 4821123 w 5593163"/>
              <a:gd name="connsiteY198" fmla="*/ 491833 h 4305008"/>
              <a:gd name="connsiteX199" fmla="*/ 4821717 w 5593163"/>
              <a:gd name="connsiteY199" fmla="*/ 503273 h 4305008"/>
              <a:gd name="connsiteX200" fmla="*/ 4820346 w 5593163"/>
              <a:gd name="connsiteY200" fmla="*/ 520249 h 4305008"/>
              <a:gd name="connsiteX201" fmla="*/ 4812879 w 5593163"/>
              <a:gd name="connsiteY201" fmla="*/ 612725 h 4305008"/>
              <a:gd name="connsiteX202" fmla="*/ 4812341 w 5593163"/>
              <a:gd name="connsiteY202" fmla="*/ 619401 h 4305008"/>
              <a:gd name="connsiteX203" fmla="*/ 4811835 w 5593163"/>
              <a:gd name="connsiteY203" fmla="*/ 619464 h 4305008"/>
              <a:gd name="connsiteX204" fmla="*/ 4121670 w 5593163"/>
              <a:gd name="connsiteY204" fmla="*/ 1312505 h 4305008"/>
              <a:gd name="connsiteX205" fmla="*/ 4121554 w 5593163"/>
              <a:gd name="connsiteY205" fmla="*/ 1313653 h 4305008"/>
              <a:gd name="connsiteX206" fmla="*/ 4105337 w 5593163"/>
              <a:gd name="connsiteY206" fmla="*/ 1315193 h 4305008"/>
              <a:gd name="connsiteX207" fmla="*/ 4009911 w 5593163"/>
              <a:gd name="connsiteY207" fmla="*/ 1324255 h 4305008"/>
              <a:gd name="connsiteX208" fmla="*/ 3992792 w 5593163"/>
              <a:gd name="connsiteY208" fmla="*/ 1325881 h 4305008"/>
              <a:gd name="connsiteX209" fmla="*/ 3992766 w 5593163"/>
              <a:gd name="connsiteY209" fmla="*/ 1325386 h 4305008"/>
              <a:gd name="connsiteX210" fmla="*/ 3992267 w 5593163"/>
              <a:gd name="connsiteY210" fmla="*/ 1325419 h 4305008"/>
              <a:gd name="connsiteX211" fmla="*/ 3991674 w 5593163"/>
              <a:gd name="connsiteY211" fmla="*/ 1313979 h 4305008"/>
              <a:gd name="connsiteX212" fmla="*/ 3991674 w 5593163"/>
              <a:gd name="connsiteY212" fmla="*/ 1361805 h 4305008"/>
              <a:gd name="connsiteX213" fmla="*/ 3992268 w 5593163"/>
              <a:gd name="connsiteY213" fmla="*/ 1350455 h 4305008"/>
              <a:gd name="connsiteX214" fmla="*/ 3992766 w 5593163"/>
              <a:gd name="connsiteY214" fmla="*/ 1350487 h 4305008"/>
              <a:gd name="connsiteX215" fmla="*/ 3992792 w 5593163"/>
              <a:gd name="connsiteY215" fmla="*/ 1349997 h 4305008"/>
              <a:gd name="connsiteX216" fmla="*/ 4009880 w 5593163"/>
              <a:gd name="connsiteY216" fmla="*/ 1351607 h 4305008"/>
              <a:gd name="connsiteX217" fmla="*/ 4105341 w 5593163"/>
              <a:gd name="connsiteY217" fmla="*/ 1360601 h 4305008"/>
              <a:gd name="connsiteX218" fmla="*/ 4121554 w 5593163"/>
              <a:gd name="connsiteY218" fmla="*/ 1362128 h 4305008"/>
              <a:gd name="connsiteX219" fmla="*/ 4121671 w 5593163"/>
              <a:gd name="connsiteY219" fmla="*/ 1363267 h 4305008"/>
              <a:gd name="connsiteX220" fmla="*/ 4811836 w 5593163"/>
              <a:gd name="connsiteY220" fmla="*/ 2050865 h 4305008"/>
              <a:gd name="connsiteX221" fmla="*/ 4812342 w 5593163"/>
              <a:gd name="connsiteY221" fmla="*/ 2050928 h 4305008"/>
              <a:gd name="connsiteX222" fmla="*/ 4812882 w 5593163"/>
              <a:gd name="connsiteY222" fmla="*/ 2057565 h 4305008"/>
              <a:gd name="connsiteX223" fmla="*/ 4820346 w 5593163"/>
              <a:gd name="connsiteY223" fmla="*/ 2149296 h 4305008"/>
              <a:gd name="connsiteX224" fmla="*/ 4821717 w 5593163"/>
              <a:gd name="connsiteY224" fmla="*/ 2166144 h 4305008"/>
              <a:gd name="connsiteX225" fmla="*/ 4821124 w 5593163"/>
              <a:gd name="connsiteY225" fmla="*/ 2177494 h 4305008"/>
              <a:gd name="connsiteX226" fmla="*/ 4820625 w 5593163"/>
              <a:gd name="connsiteY226" fmla="*/ 2177461 h 4305008"/>
              <a:gd name="connsiteX227" fmla="*/ 4820599 w 5593163"/>
              <a:gd name="connsiteY227" fmla="*/ 2177952 h 4305008"/>
              <a:gd name="connsiteX228" fmla="*/ 4803481 w 5593163"/>
              <a:gd name="connsiteY228" fmla="*/ 2176339 h 4305008"/>
              <a:gd name="connsiteX229" fmla="*/ 4708054 w 5593163"/>
              <a:gd name="connsiteY229" fmla="*/ 2167348 h 4305008"/>
              <a:gd name="connsiteX230" fmla="*/ 4691837 w 5593163"/>
              <a:gd name="connsiteY230" fmla="*/ 2165820 h 4305008"/>
              <a:gd name="connsiteX231" fmla="*/ 4691721 w 5593163"/>
              <a:gd name="connsiteY231" fmla="*/ 2164681 h 4305008"/>
              <a:gd name="connsiteX232" fmla="*/ 4001556 w 5593163"/>
              <a:gd name="connsiteY232" fmla="*/ 1477083 h 4305008"/>
              <a:gd name="connsiteX233" fmla="*/ 4001050 w 5593163"/>
              <a:gd name="connsiteY233" fmla="*/ 1477021 h 4305008"/>
              <a:gd name="connsiteX234" fmla="*/ 4000512 w 5593163"/>
              <a:gd name="connsiteY234" fmla="*/ 1470397 h 4305008"/>
              <a:gd name="connsiteX235" fmla="*/ 3993045 w 5593163"/>
              <a:gd name="connsiteY235" fmla="*/ 1378647 h 4305008"/>
              <a:gd name="connsiteX236" fmla="*/ 3991674 w 5593163"/>
              <a:gd name="connsiteY236" fmla="*/ 1361805 h 4305008"/>
              <a:gd name="connsiteX237" fmla="*/ 3991674 w 5593163"/>
              <a:gd name="connsiteY237" fmla="*/ 3010804 h 4305008"/>
              <a:gd name="connsiteX238" fmla="*/ 3993045 w 5593163"/>
              <a:gd name="connsiteY238" fmla="*/ 2993823 h 4305008"/>
              <a:gd name="connsiteX239" fmla="*/ 4000509 w 5593163"/>
              <a:gd name="connsiteY239" fmla="*/ 2901366 h 4305008"/>
              <a:gd name="connsiteX240" fmla="*/ 4001049 w 5593163"/>
              <a:gd name="connsiteY240" fmla="*/ 2894676 h 4305008"/>
              <a:gd name="connsiteX241" fmla="*/ 4001555 w 5593163"/>
              <a:gd name="connsiteY241" fmla="*/ 2894613 h 4305008"/>
              <a:gd name="connsiteX242" fmla="*/ 4691720 w 5593163"/>
              <a:gd name="connsiteY242" fmla="*/ 2201572 h 4305008"/>
              <a:gd name="connsiteX243" fmla="*/ 4691837 w 5593163"/>
              <a:gd name="connsiteY243" fmla="*/ 2200424 h 4305008"/>
              <a:gd name="connsiteX244" fmla="*/ 4708050 w 5593163"/>
              <a:gd name="connsiteY244" fmla="*/ 2198885 h 4305008"/>
              <a:gd name="connsiteX245" fmla="*/ 4803512 w 5593163"/>
              <a:gd name="connsiteY245" fmla="*/ 2189820 h 4305008"/>
              <a:gd name="connsiteX246" fmla="*/ 4820599 w 5593163"/>
              <a:gd name="connsiteY246" fmla="*/ 2188197 h 4305008"/>
              <a:gd name="connsiteX247" fmla="*/ 4820625 w 5593163"/>
              <a:gd name="connsiteY247" fmla="*/ 2188691 h 4305008"/>
              <a:gd name="connsiteX248" fmla="*/ 4821123 w 5593163"/>
              <a:gd name="connsiteY248" fmla="*/ 2188658 h 4305008"/>
              <a:gd name="connsiteX249" fmla="*/ 4821717 w 5593163"/>
              <a:gd name="connsiteY249" fmla="*/ 2200098 h 4305008"/>
              <a:gd name="connsiteX250" fmla="*/ 4820346 w 5593163"/>
              <a:gd name="connsiteY250" fmla="*/ 2217074 h 4305008"/>
              <a:gd name="connsiteX251" fmla="*/ 4812879 w 5593163"/>
              <a:gd name="connsiteY251" fmla="*/ 2309550 h 4305008"/>
              <a:gd name="connsiteX252" fmla="*/ 4812341 w 5593163"/>
              <a:gd name="connsiteY252" fmla="*/ 2316226 h 4305008"/>
              <a:gd name="connsiteX253" fmla="*/ 4811835 w 5593163"/>
              <a:gd name="connsiteY253" fmla="*/ 2316289 h 4305008"/>
              <a:gd name="connsiteX254" fmla="*/ 4121670 w 5593163"/>
              <a:gd name="connsiteY254" fmla="*/ 3009330 h 4305008"/>
              <a:gd name="connsiteX255" fmla="*/ 4121554 w 5593163"/>
              <a:gd name="connsiteY255" fmla="*/ 3010478 h 4305008"/>
              <a:gd name="connsiteX256" fmla="*/ 4105337 w 5593163"/>
              <a:gd name="connsiteY256" fmla="*/ 3012018 h 4305008"/>
              <a:gd name="connsiteX257" fmla="*/ 4009911 w 5593163"/>
              <a:gd name="connsiteY257" fmla="*/ 3021080 h 4305008"/>
              <a:gd name="connsiteX258" fmla="*/ 3992792 w 5593163"/>
              <a:gd name="connsiteY258" fmla="*/ 3022706 h 4305008"/>
              <a:gd name="connsiteX259" fmla="*/ 3992766 w 5593163"/>
              <a:gd name="connsiteY259" fmla="*/ 3022211 h 4305008"/>
              <a:gd name="connsiteX260" fmla="*/ 3992267 w 5593163"/>
              <a:gd name="connsiteY260" fmla="*/ 3022244 h 4305008"/>
              <a:gd name="connsiteX261" fmla="*/ 3991674 w 5593163"/>
              <a:gd name="connsiteY261" fmla="*/ 3010804 h 4305008"/>
              <a:gd name="connsiteX262" fmla="*/ 3991674 w 5593163"/>
              <a:gd name="connsiteY262" fmla="*/ 3058630 h 4305008"/>
              <a:gd name="connsiteX263" fmla="*/ 3992268 w 5593163"/>
              <a:gd name="connsiteY263" fmla="*/ 3047280 h 4305008"/>
              <a:gd name="connsiteX264" fmla="*/ 3992766 w 5593163"/>
              <a:gd name="connsiteY264" fmla="*/ 3047312 h 4305008"/>
              <a:gd name="connsiteX265" fmla="*/ 3992792 w 5593163"/>
              <a:gd name="connsiteY265" fmla="*/ 3046822 h 4305008"/>
              <a:gd name="connsiteX266" fmla="*/ 4009880 w 5593163"/>
              <a:gd name="connsiteY266" fmla="*/ 3048432 h 4305008"/>
              <a:gd name="connsiteX267" fmla="*/ 4105341 w 5593163"/>
              <a:gd name="connsiteY267" fmla="*/ 3057426 h 4305008"/>
              <a:gd name="connsiteX268" fmla="*/ 4121554 w 5593163"/>
              <a:gd name="connsiteY268" fmla="*/ 3058953 h 4305008"/>
              <a:gd name="connsiteX269" fmla="*/ 4121671 w 5593163"/>
              <a:gd name="connsiteY269" fmla="*/ 3060092 h 4305008"/>
              <a:gd name="connsiteX270" fmla="*/ 4811836 w 5593163"/>
              <a:gd name="connsiteY270" fmla="*/ 3747690 h 4305008"/>
              <a:gd name="connsiteX271" fmla="*/ 4812342 w 5593163"/>
              <a:gd name="connsiteY271" fmla="*/ 3747753 h 4305008"/>
              <a:gd name="connsiteX272" fmla="*/ 4812882 w 5593163"/>
              <a:gd name="connsiteY272" fmla="*/ 3754390 h 4305008"/>
              <a:gd name="connsiteX273" fmla="*/ 4820346 w 5593163"/>
              <a:gd name="connsiteY273" fmla="*/ 3846121 h 4305008"/>
              <a:gd name="connsiteX274" fmla="*/ 4821717 w 5593163"/>
              <a:gd name="connsiteY274" fmla="*/ 3862969 h 4305008"/>
              <a:gd name="connsiteX275" fmla="*/ 4821124 w 5593163"/>
              <a:gd name="connsiteY275" fmla="*/ 3874319 h 4305008"/>
              <a:gd name="connsiteX276" fmla="*/ 4820625 w 5593163"/>
              <a:gd name="connsiteY276" fmla="*/ 3874286 h 4305008"/>
              <a:gd name="connsiteX277" fmla="*/ 4820599 w 5593163"/>
              <a:gd name="connsiteY277" fmla="*/ 3874777 h 4305008"/>
              <a:gd name="connsiteX278" fmla="*/ 4803481 w 5593163"/>
              <a:gd name="connsiteY278" fmla="*/ 3873164 h 4305008"/>
              <a:gd name="connsiteX279" fmla="*/ 4708054 w 5593163"/>
              <a:gd name="connsiteY279" fmla="*/ 3864173 h 4305008"/>
              <a:gd name="connsiteX280" fmla="*/ 4691837 w 5593163"/>
              <a:gd name="connsiteY280" fmla="*/ 3862645 h 4305008"/>
              <a:gd name="connsiteX281" fmla="*/ 4691721 w 5593163"/>
              <a:gd name="connsiteY281" fmla="*/ 3861506 h 4305008"/>
              <a:gd name="connsiteX282" fmla="*/ 4001556 w 5593163"/>
              <a:gd name="connsiteY282" fmla="*/ 3173908 h 4305008"/>
              <a:gd name="connsiteX283" fmla="*/ 4001050 w 5593163"/>
              <a:gd name="connsiteY283" fmla="*/ 3173846 h 4305008"/>
              <a:gd name="connsiteX284" fmla="*/ 4000512 w 5593163"/>
              <a:gd name="connsiteY284" fmla="*/ 3167222 h 4305008"/>
              <a:gd name="connsiteX285" fmla="*/ 3993045 w 5593163"/>
              <a:gd name="connsiteY285" fmla="*/ 3075472 h 4305008"/>
              <a:gd name="connsiteX286" fmla="*/ 3991674 w 5593163"/>
              <a:gd name="connsiteY286" fmla="*/ 3058630 h 4305008"/>
              <a:gd name="connsiteX287" fmla="*/ 3293448 w 5593163"/>
              <a:gd name="connsiteY287" fmla="*/ 636203 h 4305008"/>
              <a:gd name="connsiteX288" fmla="*/ 3836757 w 5593163"/>
              <a:gd name="connsiteY288" fmla="*/ 1181049 h 4305008"/>
              <a:gd name="connsiteX289" fmla="*/ 3293448 w 5593163"/>
              <a:gd name="connsiteY289" fmla="*/ 636203 h 4305008"/>
              <a:gd name="connsiteX290" fmla="*/ 3293448 w 5593163"/>
              <a:gd name="connsiteY290" fmla="*/ 2333028 h 4305008"/>
              <a:gd name="connsiteX291" fmla="*/ 3836757 w 5593163"/>
              <a:gd name="connsiteY291" fmla="*/ 2877874 h 4305008"/>
              <a:gd name="connsiteX292" fmla="*/ 3293448 w 5593163"/>
              <a:gd name="connsiteY292" fmla="*/ 2333028 h 4305008"/>
              <a:gd name="connsiteX293" fmla="*/ 3293446 w 5593163"/>
              <a:gd name="connsiteY293" fmla="*/ 2034258 h 4305008"/>
              <a:gd name="connsiteX294" fmla="*/ 3836755 w 5593163"/>
              <a:gd name="connsiteY294" fmla="*/ 1493690 h 4305008"/>
              <a:gd name="connsiteX295" fmla="*/ 3293446 w 5593163"/>
              <a:gd name="connsiteY295" fmla="*/ 2034258 h 4305008"/>
              <a:gd name="connsiteX296" fmla="*/ 3293446 w 5593163"/>
              <a:gd name="connsiteY296" fmla="*/ 3731083 h 4305008"/>
              <a:gd name="connsiteX297" fmla="*/ 3836755 w 5593163"/>
              <a:gd name="connsiteY297" fmla="*/ 3190516 h 4305008"/>
              <a:gd name="connsiteX298" fmla="*/ 3293446 w 5593163"/>
              <a:gd name="connsiteY298" fmla="*/ 3731083 h 4305008"/>
              <a:gd name="connsiteX299" fmla="*/ 3150081 w 5593163"/>
              <a:gd name="connsiteY299" fmla="*/ 503273 h 4305008"/>
              <a:gd name="connsiteX300" fmla="*/ 3150675 w 5593163"/>
              <a:gd name="connsiteY300" fmla="*/ 491833 h 4305008"/>
              <a:gd name="connsiteX301" fmla="*/ 3151173 w 5593163"/>
              <a:gd name="connsiteY301" fmla="*/ 491866 h 4305008"/>
              <a:gd name="connsiteX302" fmla="*/ 3151199 w 5593163"/>
              <a:gd name="connsiteY302" fmla="*/ 491372 h 4305008"/>
              <a:gd name="connsiteX303" fmla="*/ 3168287 w 5593163"/>
              <a:gd name="connsiteY303" fmla="*/ 492995 h 4305008"/>
              <a:gd name="connsiteX304" fmla="*/ 3263748 w 5593163"/>
              <a:gd name="connsiteY304" fmla="*/ 502060 h 4305008"/>
              <a:gd name="connsiteX305" fmla="*/ 3279961 w 5593163"/>
              <a:gd name="connsiteY305" fmla="*/ 503599 h 4305008"/>
              <a:gd name="connsiteX306" fmla="*/ 3280078 w 5593163"/>
              <a:gd name="connsiteY306" fmla="*/ 504747 h 4305008"/>
              <a:gd name="connsiteX307" fmla="*/ 3970244 w 5593163"/>
              <a:gd name="connsiteY307" fmla="*/ 1197788 h 4305008"/>
              <a:gd name="connsiteX308" fmla="*/ 3970749 w 5593163"/>
              <a:gd name="connsiteY308" fmla="*/ 1197851 h 4305008"/>
              <a:gd name="connsiteX309" fmla="*/ 3971290 w 5593163"/>
              <a:gd name="connsiteY309" fmla="*/ 1204541 h 4305008"/>
              <a:gd name="connsiteX310" fmla="*/ 3978754 w 5593163"/>
              <a:gd name="connsiteY310" fmla="*/ 1296998 h 4305008"/>
              <a:gd name="connsiteX311" fmla="*/ 3980124 w 5593163"/>
              <a:gd name="connsiteY311" fmla="*/ 1313979 h 4305008"/>
              <a:gd name="connsiteX312" fmla="*/ 3979531 w 5593163"/>
              <a:gd name="connsiteY312" fmla="*/ 1325419 h 4305008"/>
              <a:gd name="connsiteX313" fmla="*/ 3979032 w 5593163"/>
              <a:gd name="connsiteY313" fmla="*/ 1325386 h 4305008"/>
              <a:gd name="connsiteX314" fmla="*/ 3979006 w 5593163"/>
              <a:gd name="connsiteY314" fmla="*/ 1325881 h 4305008"/>
              <a:gd name="connsiteX315" fmla="*/ 3961888 w 5593163"/>
              <a:gd name="connsiteY315" fmla="*/ 1324255 h 4305008"/>
              <a:gd name="connsiteX316" fmla="*/ 3866461 w 5593163"/>
              <a:gd name="connsiteY316" fmla="*/ 1315193 h 4305008"/>
              <a:gd name="connsiteX317" fmla="*/ 3850245 w 5593163"/>
              <a:gd name="connsiteY317" fmla="*/ 1313653 h 4305008"/>
              <a:gd name="connsiteX318" fmla="*/ 3850129 w 5593163"/>
              <a:gd name="connsiteY318" fmla="*/ 1312505 h 4305008"/>
              <a:gd name="connsiteX319" fmla="*/ 3159963 w 5593163"/>
              <a:gd name="connsiteY319" fmla="*/ 619464 h 4305008"/>
              <a:gd name="connsiteX320" fmla="*/ 3159457 w 5593163"/>
              <a:gd name="connsiteY320" fmla="*/ 619401 h 4305008"/>
              <a:gd name="connsiteX321" fmla="*/ 3158919 w 5593163"/>
              <a:gd name="connsiteY321" fmla="*/ 612725 h 4305008"/>
              <a:gd name="connsiteX322" fmla="*/ 3151452 w 5593163"/>
              <a:gd name="connsiteY322" fmla="*/ 520249 h 4305008"/>
              <a:gd name="connsiteX323" fmla="*/ 3150081 w 5593163"/>
              <a:gd name="connsiteY323" fmla="*/ 503273 h 4305008"/>
              <a:gd name="connsiteX324" fmla="*/ 3150081 w 5593163"/>
              <a:gd name="connsiteY324" fmla="*/ 2200098 h 4305008"/>
              <a:gd name="connsiteX325" fmla="*/ 3150675 w 5593163"/>
              <a:gd name="connsiteY325" fmla="*/ 2188658 h 4305008"/>
              <a:gd name="connsiteX326" fmla="*/ 3151173 w 5593163"/>
              <a:gd name="connsiteY326" fmla="*/ 2188691 h 4305008"/>
              <a:gd name="connsiteX327" fmla="*/ 3151199 w 5593163"/>
              <a:gd name="connsiteY327" fmla="*/ 2188197 h 4305008"/>
              <a:gd name="connsiteX328" fmla="*/ 3168287 w 5593163"/>
              <a:gd name="connsiteY328" fmla="*/ 2189820 h 4305008"/>
              <a:gd name="connsiteX329" fmla="*/ 3263748 w 5593163"/>
              <a:gd name="connsiteY329" fmla="*/ 2198885 h 4305008"/>
              <a:gd name="connsiteX330" fmla="*/ 3279961 w 5593163"/>
              <a:gd name="connsiteY330" fmla="*/ 2200424 h 4305008"/>
              <a:gd name="connsiteX331" fmla="*/ 3280078 w 5593163"/>
              <a:gd name="connsiteY331" fmla="*/ 2201572 h 4305008"/>
              <a:gd name="connsiteX332" fmla="*/ 3970244 w 5593163"/>
              <a:gd name="connsiteY332" fmla="*/ 2894613 h 4305008"/>
              <a:gd name="connsiteX333" fmla="*/ 3970749 w 5593163"/>
              <a:gd name="connsiteY333" fmla="*/ 2894676 h 4305008"/>
              <a:gd name="connsiteX334" fmla="*/ 3971290 w 5593163"/>
              <a:gd name="connsiteY334" fmla="*/ 2901366 h 4305008"/>
              <a:gd name="connsiteX335" fmla="*/ 3978754 w 5593163"/>
              <a:gd name="connsiteY335" fmla="*/ 2993823 h 4305008"/>
              <a:gd name="connsiteX336" fmla="*/ 3980124 w 5593163"/>
              <a:gd name="connsiteY336" fmla="*/ 3010804 h 4305008"/>
              <a:gd name="connsiteX337" fmla="*/ 3979531 w 5593163"/>
              <a:gd name="connsiteY337" fmla="*/ 3022244 h 4305008"/>
              <a:gd name="connsiteX338" fmla="*/ 3979032 w 5593163"/>
              <a:gd name="connsiteY338" fmla="*/ 3022211 h 4305008"/>
              <a:gd name="connsiteX339" fmla="*/ 3979006 w 5593163"/>
              <a:gd name="connsiteY339" fmla="*/ 3022706 h 4305008"/>
              <a:gd name="connsiteX340" fmla="*/ 3961888 w 5593163"/>
              <a:gd name="connsiteY340" fmla="*/ 3021080 h 4305008"/>
              <a:gd name="connsiteX341" fmla="*/ 3866461 w 5593163"/>
              <a:gd name="connsiteY341" fmla="*/ 3012018 h 4305008"/>
              <a:gd name="connsiteX342" fmla="*/ 3850245 w 5593163"/>
              <a:gd name="connsiteY342" fmla="*/ 3010478 h 4305008"/>
              <a:gd name="connsiteX343" fmla="*/ 3850129 w 5593163"/>
              <a:gd name="connsiteY343" fmla="*/ 3009330 h 4305008"/>
              <a:gd name="connsiteX344" fmla="*/ 3159963 w 5593163"/>
              <a:gd name="connsiteY344" fmla="*/ 2316289 h 4305008"/>
              <a:gd name="connsiteX345" fmla="*/ 3159457 w 5593163"/>
              <a:gd name="connsiteY345" fmla="*/ 2316226 h 4305008"/>
              <a:gd name="connsiteX346" fmla="*/ 3158919 w 5593163"/>
              <a:gd name="connsiteY346" fmla="*/ 2309550 h 4305008"/>
              <a:gd name="connsiteX347" fmla="*/ 3151452 w 5593163"/>
              <a:gd name="connsiteY347" fmla="*/ 2217074 h 4305008"/>
              <a:gd name="connsiteX348" fmla="*/ 3150081 w 5593163"/>
              <a:gd name="connsiteY348" fmla="*/ 2200098 h 4305008"/>
              <a:gd name="connsiteX349" fmla="*/ 3150081 w 5593163"/>
              <a:gd name="connsiteY349" fmla="*/ 3896923 h 4305008"/>
              <a:gd name="connsiteX350" fmla="*/ 3150675 w 5593163"/>
              <a:gd name="connsiteY350" fmla="*/ 3885483 h 4305008"/>
              <a:gd name="connsiteX351" fmla="*/ 3151173 w 5593163"/>
              <a:gd name="connsiteY351" fmla="*/ 3885516 h 4305008"/>
              <a:gd name="connsiteX352" fmla="*/ 3151199 w 5593163"/>
              <a:gd name="connsiteY352" fmla="*/ 3885022 h 4305008"/>
              <a:gd name="connsiteX353" fmla="*/ 3168287 w 5593163"/>
              <a:gd name="connsiteY353" fmla="*/ 3886645 h 4305008"/>
              <a:gd name="connsiteX354" fmla="*/ 3263748 w 5593163"/>
              <a:gd name="connsiteY354" fmla="*/ 3895710 h 4305008"/>
              <a:gd name="connsiteX355" fmla="*/ 3279961 w 5593163"/>
              <a:gd name="connsiteY355" fmla="*/ 3897249 h 4305008"/>
              <a:gd name="connsiteX356" fmla="*/ 3280078 w 5593163"/>
              <a:gd name="connsiteY356" fmla="*/ 3898397 h 4305008"/>
              <a:gd name="connsiteX357" fmla="*/ 3840331 w 5593163"/>
              <a:gd name="connsiteY357" fmla="*/ 4255797 h 4305008"/>
              <a:gd name="connsiteX358" fmla="*/ 3868775 w 5593163"/>
              <a:gd name="connsiteY358" fmla="*/ 4305008 h 4305008"/>
              <a:gd name="connsiteX359" fmla="*/ 3717725 w 5593163"/>
              <a:gd name="connsiteY359" fmla="*/ 4305008 h 4305008"/>
              <a:gd name="connsiteX360" fmla="*/ 3665602 w 5593163"/>
              <a:gd name="connsiteY360" fmla="*/ 4241205 h 4305008"/>
              <a:gd name="connsiteX361" fmla="*/ 3293448 w 5593163"/>
              <a:gd name="connsiteY361" fmla="*/ 4029853 h 4305008"/>
              <a:gd name="connsiteX362" fmla="*/ 3392629 w 5593163"/>
              <a:gd name="connsiteY362" fmla="*/ 4271827 h 4305008"/>
              <a:gd name="connsiteX363" fmla="*/ 3419311 w 5593163"/>
              <a:gd name="connsiteY363" fmla="*/ 4305008 h 4305008"/>
              <a:gd name="connsiteX364" fmla="*/ 3265201 w 5593163"/>
              <a:gd name="connsiteY364" fmla="*/ 4305008 h 4305008"/>
              <a:gd name="connsiteX365" fmla="*/ 3235080 w 5593163"/>
              <a:gd name="connsiteY365" fmla="*/ 4254710 h 4305008"/>
              <a:gd name="connsiteX366" fmla="*/ 3159963 w 5593163"/>
              <a:gd name="connsiteY366" fmla="*/ 4013114 h 4305008"/>
              <a:gd name="connsiteX367" fmla="*/ 3159457 w 5593163"/>
              <a:gd name="connsiteY367" fmla="*/ 4013051 h 4305008"/>
              <a:gd name="connsiteX368" fmla="*/ 3158919 w 5593163"/>
              <a:gd name="connsiteY368" fmla="*/ 4006375 h 4305008"/>
              <a:gd name="connsiteX369" fmla="*/ 3151452 w 5593163"/>
              <a:gd name="connsiteY369" fmla="*/ 3913899 h 4305008"/>
              <a:gd name="connsiteX370" fmla="*/ 3150081 w 5593163"/>
              <a:gd name="connsiteY370" fmla="*/ 3896923 h 4305008"/>
              <a:gd name="connsiteX371" fmla="*/ 3150079 w 5593163"/>
              <a:gd name="connsiteY371" fmla="*/ 469318 h 4305008"/>
              <a:gd name="connsiteX372" fmla="*/ 3151450 w 5593163"/>
              <a:gd name="connsiteY372" fmla="*/ 452471 h 4305008"/>
              <a:gd name="connsiteX373" fmla="*/ 3158914 w 5593163"/>
              <a:gd name="connsiteY373" fmla="*/ 360740 h 4305008"/>
              <a:gd name="connsiteX374" fmla="*/ 3159454 w 5593163"/>
              <a:gd name="connsiteY374" fmla="*/ 354103 h 4305008"/>
              <a:gd name="connsiteX375" fmla="*/ 3159960 w 5593163"/>
              <a:gd name="connsiteY375" fmla="*/ 354040 h 4305008"/>
              <a:gd name="connsiteX376" fmla="*/ 3244173 w 5593163"/>
              <a:gd name="connsiteY376" fmla="*/ 96778 h 4305008"/>
              <a:gd name="connsiteX377" fmla="*/ 3306807 w 5593163"/>
              <a:gd name="connsiteY377" fmla="*/ 0 h 4305008"/>
              <a:gd name="connsiteX378" fmla="*/ 3475182 w 5593163"/>
              <a:gd name="connsiteY378" fmla="*/ 0 h 4305008"/>
              <a:gd name="connsiteX379" fmla="*/ 3406954 w 5593163"/>
              <a:gd name="connsiteY379" fmla="*/ 76659 h 4305008"/>
              <a:gd name="connsiteX380" fmla="*/ 3293446 w 5593163"/>
              <a:gd name="connsiteY380" fmla="*/ 337433 h 4305008"/>
              <a:gd name="connsiteX381" fmla="*/ 3732420 w 5593163"/>
              <a:gd name="connsiteY381" fmla="*/ 44350 h 4305008"/>
              <a:gd name="connsiteX382" fmla="*/ 3754649 w 5593163"/>
              <a:gd name="connsiteY382" fmla="*/ 0 h 4305008"/>
              <a:gd name="connsiteX383" fmla="*/ 3903287 w 5593163"/>
              <a:gd name="connsiteY383" fmla="*/ 0 h 4305008"/>
              <a:gd name="connsiteX384" fmla="*/ 3851448 w 5593163"/>
              <a:gd name="connsiteY384" fmla="*/ 95636 h 4305008"/>
              <a:gd name="connsiteX385" fmla="*/ 3280075 w 5593163"/>
              <a:gd name="connsiteY385" fmla="*/ 467856 h 4305008"/>
              <a:gd name="connsiteX386" fmla="*/ 3279959 w 5593163"/>
              <a:gd name="connsiteY386" fmla="*/ 468995 h 4305008"/>
              <a:gd name="connsiteX387" fmla="*/ 3263742 w 5593163"/>
              <a:gd name="connsiteY387" fmla="*/ 470523 h 4305008"/>
              <a:gd name="connsiteX388" fmla="*/ 3168316 w 5593163"/>
              <a:gd name="connsiteY388" fmla="*/ 479514 h 4305008"/>
              <a:gd name="connsiteX389" fmla="*/ 3151197 w 5593163"/>
              <a:gd name="connsiteY389" fmla="*/ 481127 h 4305008"/>
              <a:gd name="connsiteX390" fmla="*/ 3151171 w 5593163"/>
              <a:gd name="connsiteY390" fmla="*/ 480636 h 4305008"/>
              <a:gd name="connsiteX391" fmla="*/ 3150672 w 5593163"/>
              <a:gd name="connsiteY391" fmla="*/ 480669 h 4305008"/>
              <a:gd name="connsiteX392" fmla="*/ 3150079 w 5593163"/>
              <a:gd name="connsiteY392" fmla="*/ 469318 h 4305008"/>
              <a:gd name="connsiteX393" fmla="*/ 3150079 w 5593163"/>
              <a:gd name="connsiteY393" fmla="*/ 2166144 h 4305008"/>
              <a:gd name="connsiteX394" fmla="*/ 3151450 w 5593163"/>
              <a:gd name="connsiteY394" fmla="*/ 2149296 h 4305008"/>
              <a:gd name="connsiteX395" fmla="*/ 3158914 w 5593163"/>
              <a:gd name="connsiteY395" fmla="*/ 2057565 h 4305008"/>
              <a:gd name="connsiteX396" fmla="*/ 3159454 w 5593163"/>
              <a:gd name="connsiteY396" fmla="*/ 2050928 h 4305008"/>
              <a:gd name="connsiteX397" fmla="*/ 3159960 w 5593163"/>
              <a:gd name="connsiteY397" fmla="*/ 2050865 h 4305008"/>
              <a:gd name="connsiteX398" fmla="*/ 3850126 w 5593163"/>
              <a:gd name="connsiteY398" fmla="*/ 1363267 h 4305008"/>
              <a:gd name="connsiteX399" fmla="*/ 3850243 w 5593163"/>
              <a:gd name="connsiteY399" fmla="*/ 1362128 h 4305008"/>
              <a:gd name="connsiteX400" fmla="*/ 3866455 w 5593163"/>
              <a:gd name="connsiteY400" fmla="*/ 1360601 h 4305008"/>
              <a:gd name="connsiteX401" fmla="*/ 3961917 w 5593163"/>
              <a:gd name="connsiteY401" fmla="*/ 1351607 h 4305008"/>
              <a:gd name="connsiteX402" fmla="*/ 3979004 w 5593163"/>
              <a:gd name="connsiteY402" fmla="*/ 1349997 h 4305008"/>
              <a:gd name="connsiteX403" fmla="*/ 3979030 w 5593163"/>
              <a:gd name="connsiteY403" fmla="*/ 1350487 h 4305008"/>
              <a:gd name="connsiteX404" fmla="*/ 3979528 w 5593163"/>
              <a:gd name="connsiteY404" fmla="*/ 1350455 h 4305008"/>
              <a:gd name="connsiteX405" fmla="*/ 3980122 w 5593163"/>
              <a:gd name="connsiteY405" fmla="*/ 1361805 h 4305008"/>
              <a:gd name="connsiteX406" fmla="*/ 3978752 w 5593163"/>
              <a:gd name="connsiteY406" fmla="*/ 1378647 h 4305008"/>
              <a:gd name="connsiteX407" fmla="*/ 3971285 w 5593163"/>
              <a:gd name="connsiteY407" fmla="*/ 1470397 h 4305008"/>
              <a:gd name="connsiteX408" fmla="*/ 3970746 w 5593163"/>
              <a:gd name="connsiteY408" fmla="*/ 1477021 h 4305008"/>
              <a:gd name="connsiteX409" fmla="*/ 3970241 w 5593163"/>
              <a:gd name="connsiteY409" fmla="*/ 1477083 h 4305008"/>
              <a:gd name="connsiteX410" fmla="*/ 3280075 w 5593163"/>
              <a:gd name="connsiteY410" fmla="*/ 2164681 h 4305008"/>
              <a:gd name="connsiteX411" fmla="*/ 3279959 w 5593163"/>
              <a:gd name="connsiteY411" fmla="*/ 2165820 h 4305008"/>
              <a:gd name="connsiteX412" fmla="*/ 3263742 w 5593163"/>
              <a:gd name="connsiteY412" fmla="*/ 2167348 h 4305008"/>
              <a:gd name="connsiteX413" fmla="*/ 3168316 w 5593163"/>
              <a:gd name="connsiteY413" fmla="*/ 2176339 h 4305008"/>
              <a:gd name="connsiteX414" fmla="*/ 3151197 w 5593163"/>
              <a:gd name="connsiteY414" fmla="*/ 2177952 h 4305008"/>
              <a:gd name="connsiteX415" fmla="*/ 3151171 w 5593163"/>
              <a:gd name="connsiteY415" fmla="*/ 2177461 h 4305008"/>
              <a:gd name="connsiteX416" fmla="*/ 3150672 w 5593163"/>
              <a:gd name="connsiteY416" fmla="*/ 2177494 h 4305008"/>
              <a:gd name="connsiteX417" fmla="*/ 3150079 w 5593163"/>
              <a:gd name="connsiteY417" fmla="*/ 2166144 h 4305008"/>
              <a:gd name="connsiteX418" fmla="*/ 3150079 w 5593163"/>
              <a:gd name="connsiteY418" fmla="*/ 3862969 h 4305008"/>
              <a:gd name="connsiteX419" fmla="*/ 3151450 w 5593163"/>
              <a:gd name="connsiteY419" fmla="*/ 3846121 h 4305008"/>
              <a:gd name="connsiteX420" fmla="*/ 3158914 w 5593163"/>
              <a:gd name="connsiteY420" fmla="*/ 3754390 h 4305008"/>
              <a:gd name="connsiteX421" fmla="*/ 3159454 w 5593163"/>
              <a:gd name="connsiteY421" fmla="*/ 3747753 h 4305008"/>
              <a:gd name="connsiteX422" fmla="*/ 3159960 w 5593163"/>
              <a:gd name="connsiteY422" fmla="*/ 3747690 h 4305008"/>
              <a:gd name="connsiteX423" fmla="*/ 3850126 w 5593163"/>
              <a:gd name="connsiteY423" fmla="*/ 3060092 h 4305008"/>
              <a:gd name="connsiteX424" fmla="*/ 3850243 w 5593163"/>
              <a:gd name="connsiteY424" fmla="*/ 3058953 h 4305008"/>
              <a:gd name="connsiteX425" fmla="*/ 3866455 w 5593163"/>
              <a:gd name="connsiteY425" fmla="*/ 3057426 h 4305008"/>
              <a:gd name="connsiteX426" fmla="*/ 3961917 w 5593163"/>
              <a:gd name="connsiteY426" fmla="*/ 3048432 h 4305008"/>
              <a:gd name="connsiteX427" fmla="*/ 3979004 w 5593163"/>
              <a:gd name="connsiteY427" fmla="*/ 3046822 h 4305008"/>
              <a:gd name="connsiteX428" fmla="*/ 3979030 w 5593163"/>
              <a:gd name="connsiteY428" fmla="*/ 3047312 h 4305008"/>
              <a:gd name="connsiteX429" fmla="*/ 3979528 w 5593163"/>
              <a:gd name="connsiteY429" fmla="*/ 3047280 h 4305008"/>
              <a:gd name="connsiteX430" fmla="*/ 3980122 w 5593163"/>
              <a:gd name="connsiteY430" fmla="*/ 3058630 h 4305008"/>
              <a:gd name="connsiteX431" fmla="*/ 3978752 w 5593163"/>
              <a:gd name="connsiteY431" fmla="*/ 3075472 h 4305008"/>
              <a:gd name="connsiteX432" fmla="*/ 3971285 w 5593163"/>
              <a:gd name="connsiteY432" fmla="*/ 3167222 h 4305008"/>
              <a:gd name="connsiteX433" fmla="*/ 3970746 w 5593163"/>
              <a:gd name="connsiteY433" fmla="*/ 3173846 h 4305008"/>
              <a:gd name="connsiteX434" fmla="*/ 3970241 w 5593163"/>
              <a:gd name="connsiteY434" fmla="*/ 3173908 h 4305008"/>
              <a:gd name="connsiteX435" fmla="*/ 3280075 w 5593163"/>
              <a:gd name="connsiteY435" fmla="*/ 3861506 h 4305008"/>
              <a:gd name="connsiteX436" fmla="*/ 3279959 w 5593163"/>
              <a:gd name="connsiteY436" fmla="*/ 3862645 h 4305008"/>
              <a:gd name="connsiteX437" fmla="*/ 3263742 w 5593163"/>
              <a:gd name="connsiteY437" fmla="*/ 3864173 h 4305008"/>
              <a:gd name="connsiteX438" fmla="*/ 3168316 w 5593163"/>
              <a:gd name="connsiteY438" fmla="*/ 3873164 h 4305008"/>
              <a:gd name="connsiteX439" fmla="*/ 3151197 w 5593163"/>
              <a:gd name="connsiteY439" fmla="*/ 3874777 h 4305008"/>
              <a:gd name="connsiteX440" fmla="*/ 3151171 w 5593163"/>
              <a:gd name="connsiteY440" fmla="*/ 3874286 h 4305008"/>
              <a:gd name="connsiteX441" fmla="*/ 3150672 w 5593163"/>
              <a:gd name="connsiteY441" fmla="*/ 3874319 h 4305008"/>
              <a:gd name="connsiteX442" fmla="*/ 3150079 w 5593163"/>
              <a:gd name="connsiteY442" fmla="*/ 3862969 h 4305008"/>
              <a:gd name="connsiteX443" fmla="*/ 2442890 w 5593163"/>
              <a:gd name="connsiteY443" fmla="*/ 1181049 h 4305008"/>
              <a:gd name="connsiteX444" fmla="*/ 2986199 w 5593163"/>
              <a:gd name="connsiteY444" fmla="*/ 636203 h 4305008"/>
              <a:gd name="connsiteX445" fmla="*/ 2442890 w 5593163"/>
              <a:gd name="connsiteY445" fmla="*/ 1181049 h 4305008"/>
              <a:gd name="connsiteX446" fmla="*/ 2442890 w 5593163"/>
              <a:gd name="connsiteY446" fmla="*/ 1493690 h 4305008"/>
              <a:gd name="connsiteX447" fmla="*/ 2986199 w 5593163"/>
              <a:gd name="connsiteY447" fmla="*/ 2034258 h 4305008"/>
              <a:gd name="connsiteX448" fmla="*/ 2442890 w 5593163"/>
              <a:gd name="connsiteY448" fmla="*/ 1493690 h 4305008"/>
              <a:gd name="connsiteX449" fmla="*/ 2442890 w 5593163"/>
              <a:gd name="connsiteY449" fmla="*/ 2877874 h 4305008"/>
              <a:gd name="connsiteX450" fmla="*/ 2986199 w 5593163"/>
              <a:gd name="connsiteY450" fmla="*/ 2333028 h 4305008"/>
              <a:gd name="connsiteX451" fmla="*/ 2442890 w 5593163"/>
              <a:gd name="connsiteY451" fmla="*/ 2877874 h 4305008"/>
              <a:gd name="connsiteX452" fmla="*/ 2442890 w 5593163"/>
              <a:gd name="connsiteY452" fmla="*/ 3190516 h 4305008"/>
              <a:gd name="connsiteX453" fmla="*/ 2986199 w 5593163"/>
              <a:gd name="connsiteY453" fmla="*/ 3731083 h 4305008"/>
              <a:gd name="connsiteX454" fmla="*/ 2442890 w 5593163"/>
              <a:gd name="connsiteY454" fmla="*/ 3190516 h 4305008"/>
              <a:gd name="connsiteX455" fmla="*/ 2410871 w 5593163"/>
              <a:gd name="connsiteY455" fmla="*/ 4305008 h 4305008"/>
              <a:gd name="connsiteX456" fmla="*/ 2439316 w 5593163"/>
              <a:gd name="connsiteY456" fmla="*/ 4255797 h 4305008"/>
              <a:gd name="connsiteX457" fmla="*/ 2999569 w 5593163"/>
              <a:gd name="connsiteY457" fmla="*/ 3898397 h 4305008"/>
              <a:gd name="connsiteX458" fmla="*/ 2999686 w 5593163"/>
              <a:gd name="connsiteY458" fmla="*/ 3897249 h 4305008"/>
              <a:gd name="connsiteX459" fmla="*/ 3015899 w 5593163"/>
              <a:gd name="connsiteY459" fmla="*/ 3895710 h 4305008"/>
              <a:gd name="connsiteX460" fmla="*/ 3111360 w 5593163"/>
              <a:gd name="connsiteY460" fmla="*/ 3886645 h 4305008"/>
              <a:gd name="connsiteX461" fmla="*/ 3128448 w 5593163"/>
              <a:gd name="connsiteY461" fmla="*/ 3885022 h 4305008"/>
              <a:gd name="connsiteX462" fmla="*/ 3128474 w 5593163"/>
              <a:gd name="connsiteY462" fmla="*/ 3885516 h 4305008"/>
              <a:gd name="connsiteX463" fmla="*/ 3128972 w 5593163"/>
              <a:gd name="connsiteY463" fmla="*/ 3885483 h 4305008"/>
              <a:gd name="connsiteX464" fmla="*/ 3129566 w 5593163"/>
              <a:gd name="connsiteY464" fmla="*/ 3896923 h 4305008"/>
              <a:gd name="connsiteX465" fmla="*/ 3128195 w 5593163"/>
              <a:gd name="connsiteY465" fmla="*/ 3913899 h 4305008"/>
              <a:gd name="connsiteX466" fmla="*/ 3120728 w 5593163"/>
              <a:gd name="connsiteY466" fmla="*/ 4006375 h 4305008"/>
              <a:gd name="connsiteX467" fmla="*/ 3120190 w 5593163"/>
              <a:gd name="connsiteY467" fmla="*/ 4013051 h 4305008"/>
              <a:gd name="connsiteX468" fmla="*/ 3119684 w 5593163"/>
              <a:gd name="connsiteY468" fmla="*/ 4013114 h 4305008"/>
              <a:gd name="connsiteX469" fmla="*/ 3044567 w 5593163"/>
              <a:gd name="connsiteY469" fmla="*/ 4254710 h 4305008"/>
              <a:gd name="connsiteX470" fmla="*/ 3014445 w 5593163"/>
              <a:gd name="connsiteY470" fmla="*/ 4305008 h 4305008"/>
              <a:gd name="connsiteX471" fmla="*/ 2860336 w 5593163"/>
              <a:gd name="connsiteY471" fmla="*/ 4305008 h 4305008"/>
              <a:gd name="connsiteX472" fmla="*/ 2887018 w 5593163"/>
              <a:gd name="connsiteY472" fmla="*/ 4271827 h 4305008"/>
              <a:gd name="connsiteX473" fmla="*/ 2986199 w 5593163"/>
              <a:gd name="connsiteY473" fmla="*/ 4029853 h 4305008"/>
              <a:gd name="connsiteX474" fmla="*/ 2614045 w 5593163"/>
              <a:gd name="connsiteY474" fmla="*/ 4241205 h 4305008"/>
              <a:gd name="connsiteX475" fmla="*/ 2561922 w 5593163"/>
              <a:gd name="connsiteY475" fmla="*/ 4305008 h 4305008"/>
              <a:gd name="connsiteX476" fmla="*/ 2376360 w 5593163"/>
              <a:gd name="connsiteY476" fmla="*/ 0 h 4305008"/>
              <a:gd name="connsiteX477" fmla="*/ 2524998 w 5593163"/>
              <a:gd name="connsiteY477" fmla="*/ 0 h 4305008"/>
              <a:gd name="connsiteX478" fmla="*/ 2547226 w 5593163"/>
              <a:gd name="connsiteY478" fmla="*/ 44350 h 4305008"/>
              <a:gd name="connsiteX479" fmla="*/ 2986199 w 5593163"/>
              <a:gd name="connsiteY479" fmla="*/ 337433 h 4305008"/>
              <a:gd name="connsiteX480" fmla="*/ 2872691 w 5593163"/>
              <a:gd name="connsiteY480" fmla="*/ 76659 h 4305008"/>
              <a:gd name="connsiteX481" fmla="*/ 2804464 w 5593163"/>
              <a:gd name="connsiteY481" fmla="*/ 0 h 4305008"/>
              <a:gd name="connsiteX482" fmla="*/ 2972839 w 5593163"/>
              <a:gd name="connsiteY482" fmla="*/ 0 h 4305008"/>
              <a:gd name="connsiteX483" fmla="*/ 3035473 w 5593163"/>
              <a:gd name="connsiteY483" fmla="*/ 96778 h 4305008"/>
              <a:gd name="connsiteX484" fmla="*/ 3119686 w 5593163"/>
              <a:gd name="connsiteY484" fmla="*/ 354040 h 4305008"/>
              <a:gd name="connsiteX485" fmla="*/ 3120191 w 5593163"/>
              <a:gd name="connsiteY485" fmla="*/ 354103 h 4305008"/>
              <a:gd name="connsiteX486" fmla="*/ 3120732 w 5593163"/>
              <a:gd name="connsiteY486" fmla="*/ 360740 h 4305008"/>
              <a:gd name="connsiteX487" fmla="*/ 3128196 w 5593163"/>
              <a:gd name="connsiteY487" fmla="*/ 452471 h 4305008"/>
              <a:gd name="connsiteX488" fmla="*/ 3129566 w 5593163"/>
              <a:gd name="connsiteY488" fmla="*/ 469318 h 4305008"/>
              <a:gd name="connsiteX489" fmla="*/ 3128973 w 5593163"/>
              <a:gd name="connsiteY489" fmla="*/ 480669 h 4305008"/>
              <a:gd name="connsiteX490" fmla="*/ 3128474 w 5593163"/>
              <a:gd name="connsiteY490" fmla="*/ 480636 h 4305008"/>
              <a:gd name="connsiteX491" fmla="*/ 3128448 w 5593163"/>
              <a:gd name="connsiteY491" fmla="*/ 481127 h 4305008"/>
              <a:gd name="connsiteX492" fmla="*/ 3111330 w 5593163"/>
              <a:gd name="connsiteY492" fmla="*/ 479514 h 4305008"/>
              <a:gd name="connsiteX493" fmla="*/ 3015903 w 5593163"/>
              <a:gd name="connsiteY493" fmla="*/ 470523 h 4305008"/>
              <a:gd name="connsiteX494" fmla="*/ 2999687 w 5593163"/>
              <a:gd name="connsiteY494" fmla="*/ 468995 h 4305008"/>
              <a:gd name="connsiteX495" fmla="*/ 2999571 w 5593163"/>
              <a:gd name="connsiteY495" fmla="*/ 467856 h 4305008"/>
              <a:gd name="connsiteX496" fmla="*/ 2428199 w 5593163"/>
              <a:gd name="connsiteY496" fmla="*/ 95636 h 4305008"/>
              <a:gd name="connsiteX497" fmla="*/ 2299523 w 5593163"/>
              <a:gd name="connsiteY497" fmla="*/ 1313979 h 4305008"/>
              <a:gd name="connsiteX498" fmla="*/ 2300894 w 5593163"/>
              <a:gd name="connsiteY498" fmla="*/ 1296998 h 4305008"/>
              <a:gd name="connsiteX499" fmla="*/ 2308358 w 5593163"/>
              <a:gd name="connsiteY499" fmla="*/ 1204541 h 4305008"/>
              <a:gd name="connsiteX500" fmla="*/ 2308898 w 5593163"/>
              <a:gd name="connsiteY500" fmla="*/ 1197851 h 4305008"/>
              <a:gd name="connsiteX501" fmla="*/ 2309404 w 5593163"/>
              <a:gd name="connsiteY501" fmla="*/ 1197788 h 4305008"/>
              <a:gd name="connsiteX502" fmla="*/ 2999570 w 5593163"/>
              <a:gd name="connsiteY502" fmla="*/ 504747 h 4305008"/>
              <a:gd name="connsiteX503" fmla="*/ 2999687 w 5593163"/>
              <a:gd name="connsiteY503" fmla="*/ 503599 h 4305008"/>
              <a:gd name="connsiteX504" fmla="*/ 3015899 w 5593163"/>
              <a:gd name="connsiteY504" fmla="*/ 502060 h 4305008"/>
              <a:gd name="connsiteX505" fmla="*/ 3111361 w 5593163"/>
              <a:gd name="connsiteY505" fmla="*/ 492995 h 4305008"/>
              <a:gd name="connsiteX506" fmla="*/ 3128448 w 5593163"/>
              <a:gd name="connsiteY506" fmla="*/ 491372 h 4305008"/>
              <a:gd name="connsiteX507" fmla="*/ 3128474 w 5593163"/>
              <a:gd name="connsiteY507" fmla="*/ 491866 h 4305008"/>
              <a:gd name="connsiteX508" fmla="*/ 3128972 w 5593163"/>
              <a:gd name="connsiteY508" fmla="*/ 491833 h 4305008"/>
              <a:gd name="connsiteX509" fmla="*/ 3129566 w 5593163"/>
              <a:gd name="connsiteY509" fmla="*/ 503273 h 4305008"/>
              <a:gd name="connsiteX510" fmla="*/ 3128196 w 5593163"/>
              <a:gd name="connsiteY510" fmla="*/ 520249 h 4305008"/>
              <a:gd name="connsiteX511" fmla="*/ 3120729 w 5593163"/>
              <a:gd name="connsiteY511" fmla="*/ 612725 h 4305008"/>
              <a:gd name="connsiteX512" fmla="*/ 3120190 w 5593163"/>
              <a:gd name="connsiteY512" fmla="*/ 619401 h 4305008"/>
              <a:gd name="connsiteX513" fmla="*/ 3119685 w 5593163"/>
              <a:gd name="connsiteY513" fmla="*/ 619464 h 4305008"/>
              <a:gd name="connsiteX514" fmla="*/ 2429519 w 5593163"/>
              <a:gd name="connsiteY514" fmla="*/ 1312505 h 4305008"/>
              <a:gd name="connsiteX515" fmla="*/ 2429403 w 5593163"/>
              <a:gd name="connsiteY515" fmla="*/ 1313653 h 4305008"/>
              <a:gd name="connsiteX516" fmla="*/ 2413186 w 5593163"/>
              <a:gd name="connsiteY516" fmla="*/ 1315193 h 4305008"/>
              <a:gd name="connsiteX517" fmla="*/ 2317760 w 5593163"/>
              <a:gd name="connsiteY517" fmla="*/ 1324255 h 4305008"/>
              <a:gd name="connsiteX518" fmla="*/ 2300641 w 5593163"/>
              <a:gd name="connsiteY518" fmla="*/ 1325881 h 4305008"/>
              <a:gd name="connsiteX519" fmla="*/ 2300615 w 5593163"/>
              <a:gd name="connsiteY519" fmla="*/ 1325386 h 4305008"/>
              <a:gd name="connsiteX520" fmla="*/ 2300116 w 5593163"/>
              <a:gd name="connsiteY520" fmla="*/ 1325419 h 4305008"/>
              <a:gd name="connsiteX521" fmla="*/ 2299523 w 5593163"/>
              <a:gd name="connsiteY521" fmla="*/ 1313979 h 4305008"/>
              <a:gd name="connsiteX522" fmla="*/ 2299523 w 5593163"/>
              <a:gd name="connsiteY522" fmla="*/ 1361805 h 4305008"/>
              <a:gd name="connsiteX523" fmla="*/ 2300117 w 5593163"/>
              <a:gd name="connsiteY523" fmla="*/ 1350455 h 4305008"/>
              <a:gd name="connsiteX524" fmla="*/ 2300615 w 5593163"/>
              <a:gd name="connsiteY524" fmla="*/ 1350487 h 4305008"/>
              <a:gd name="connsiteX525" fmla="*/ 2300641 w 5593163"/>
              <a:gd name="connsiteY525" fmla="*/ 1349997 h 4305008"/>
              <a:gd name="connsiteX526" fmla="*/ 2317729 w 5593163"/>
              <a:gd name="connsiteY526" fmla="*/ 1351607 h 4305008"/>
              <a:gd name="connsiteX527" fmla="*/ 2413190 w 5593163"/>
              <a:gd name="connsiteY527" fmla="*/ 1360601 h 4305008"/>
              <a:gd name="connsiteX528" fmla="*/ 2429403 w 5593163"/>
              <a:gd name="connsiteY528" fmla="*/ 1362128 h 4305008"/>
              <a:gd name="connsiteX529" fmla="*/ 2429520 w 5593163"/>
              <a:gd name="connsiteY529" fmla="*/ 1363267 h 4305008"/>
              <a:gd name="connsiteX530" fmla="*/ 3119686 w 5593163"/>
              <a:gd name="connsiteY530" fmla="*/ 2050865 h 4305008"/>
              <a:gd name="connsiteX531" fmla="*/ 3120191 w 5593163"/>
              <a:gd name="connsiteY531" fmla="*/ 2050928 h 4305008"/>
              <a:gd name="connsiteX532" fmla="*/ 3120732 w 5593163"/>
              <a:gd name="connsiteY532" fmla="*/ 2057565 h 4305008"/>
              <a:gd name="connsiteX533" fmla="*/ 3128196 w 5593163"/>
              <a:gd name="connsiteY533" fmla="*/ 2149296 h 4305008"/>
              <a:gd name="connsiteX534" fmla="*/ 3129566 w 5593163"/>
              <a:gd name="connsiteY534" fmla="*/ 2166144 h 4305008"/>
              <a:gd name="connsiteX535" fmla="*/ 3128973 w 5593163"/>
              <a:gd name="connsiteY535" fmla="*/ 2177494 h 4305008"/>
              <a:gd name="connsiteX536" fmla="*/ 3128474 w 5593163"/>
              <a:gd name="connsiteY536" fmla="*/ 2177461 h 4305008"/>
              <a:gd name="connsiteX537" fmla="*/ 3128448 w 5593163"/>
              <a:gd name="connsiteY537" fmla="*/ 2177952 h 4305008"/>
              <a:gd name="connsiteX538" fmla="*/ 3111330 w 5593163"/>
              <a:gd name="connsiteY538" fmla="*/ 2176339 h 4305008"/>
              <a:gd name="connsiteX539" fmla="*/ 3015903 w 5593163"/>
              <a:gd name="connsiteY539" fmla="*/ 2167348 h 4305008"/>
              <a:gd name="connsiteX540" fmla="*/ 2999687 w 5593163"/>
              <a:gd name="connsiteY540" fmla="*/ 2165820 h 4305008"/>
              <a:gd name="connsiteX541" fmla="*/ 2999571 w 5593163"/>
              <a:gd name="connsiteY541" fmla="*/ 2164681 h 4305008"/>
              <a:gd name="connsiteX542" fmla="*/ 2309405 w 5593163"/>
              <a:gd name="connsiteY542" fmla="*/ 1477083 h 4305008"/>
              <a:gd name="connsiteX543" fmla="*/ 2308899 w 5593163"/>
              <a:gd name="connsiteY543" fmla="*/ 1477021 h 4305008"/>
              <a:gd name="connsiteX544" fmla="*/ 2308361 w 5593163"/>
              <a:gd name="connsiteY544" fmla="*/ 1470397 h 4305008"/>
              <a:gd name="connsiteX545" fmla="*/ 2300894 w 5593163"/>
              <a:gd name="connsiteY545" fmla="*/ 1378647 h 4305008"/>
              <a:gd name="connsiteX546" fmla="*/ 2299523 w 5593163"/>
              <a:gd name="connsiteY546" fmla="*/ 1361805 h 4305008"/>
              <a:gd name="connsiteX547" fmla="*/ 2299523 w 5593163"/>
              <a:gd name="connsiteY547" fmla="*/ 3010804 h 4305008"/>
              <a:gd name="connsiteX548" fmla="*/ 2300894 w 5593163"/>
              <a:gd name="connsiteY548" fmla="*/ 2993823 h 4305008"/>
              <a:gd name="connsiteX549" fmla="*/ 2308358 w 5593163"/>
              <a:gd name="connsiteY549" fmla="*/ 2901366 h 4305008"/>
              <a:gd name="connsiteX550" fmla="*/ 2308898 w 5593163"/>
              <a:gd name="connsiteY550" fmla="*/ 2894676 h 4305008"/>
              <a:gd name="connsiteX551" fmla="*/ 2309404 w 5593163"/>
              <a:gd name="connsiteY551" fmla="*/ 2894613 h 4305008"/>
              <a:gd name="connsiteX552" fmla="*/ 2999570 w 5593163"/>
              <a:gd name="connsiteY552" fmla="*/ 2201572 h 4305008"/>
              <a:gd name="connsiteX553" fmla="*/ 2999687 w 5593163"/>
              <a:gd name="connsiteY553" fmla="*/ 2200424 h 4305008"/>
              <a:gd name="connsiteX554" fmla="*/ 3015899 w 5593163"/>
              <a:gd name="connsiteY554" fmla="*/ 2198885 h 4305008"/>
              <a:gd name="connsiteX555" fmla="*/ 3111361 w 5593163"/>
              <a:gd name="connsiteY555" fmla="*/ 2189820 h 4305008"/>
              <a:gd name="connsiteX556" fmla="*/ 3128448 w 5593163"/>
              <a:gd name="connsiteY556" fmla="*/ 2188197 h 4305008"/>
              <a:gd name="connsiteX557" fmla="*/ 3128474 w 5593163"/>
              <a:gd name="connsiteY557" fmla="*/ 2188691 h 4305008"/>
              <a:gd name="connsiteX558" fmla="*/ 3128972 w 5593163"/>
              <a:gd name="connsiteY558" fmla="*/ 2188658 h 4305008"/>
              <a:gd name="connsiteX559" fmla="*/ 3129566 w 5593163"/>
              <a:gd name="connsiteY559" fmla="*/ 2200098 h 4305008"/>
              <a:gd name="connsiteX560" fmla="*/ 3128196 w 5593163"/>
              <a:gd name="connsiteY560" fmla="*/ 2217074 h 4305008"/>
              <a:gd name="connsiteX561" fmla="*/ 3120729 w 5593163"/>
              <a:gd name="connsiteY561" fmla="*/ 2309550 h 4305008"/>
              <a:gd name="connsiteX562" fmla="*/ 3120190 w 5593163"/>
              <a:gd name="connsiteY562" fmla="*/ 2316226 h 4305008"/>
              <a:gd name="connsiteX563" fmla="*/ 3119685 w 5593163"/>
              <a:gd name="connsiteY563" fmla="*/ 2316289 h 4305008"/>
              <a:gd name="connsiteX564" fmla="*/ 2429519 w 5593163"/>
              <a:gd name="connsiteY564" fmla="*/ 3009330 h 4305008"/>
              <a:gd name="connsiteX565" fmla="*/ 2429403 w 5593163"/>
              <a:gd name="connsiteY565" fmla="*/ 3010478 h 4305008"/>
              <a:gd name="connsiteX566" fmla="*/ 2413186 w 5593163"/>
              <a:gd name="connsiteY566" fmla="*/ 3012018 h 4305008"/>
              <a:gd name="connsiteX567" fmla="*/ 2317760 w 5593163"/>
              <a:gd name="connsiteY567" fmla="*/ 3021080 h 4305008"/>
              <a:gd name="connsiteX568" fmla="*/ 2300641 w 5593163"/>
              <a:gd name="connsiteY568" fmla="*/ 3022706 h 4305008"/>
              <a:gd name="connsiteX569" fmla="*/ 2300615 w 5593163"/>
              <a:gd name="connsiteY569" fmla="*/ 3022211 h 4305008"/>
              <a:gd name="connsiteX570" fmla="*/ 2300116 w 5593163"/>
              <a:gd name="connsiteY570" fmla="*/ 3022244 h 4305008"/>
              <a:gd name="connsiteX571" fmla="*/ 2299523 w 5593163"/>
              <a:gd name="connsiteY571" fmla="*/ 3010804 h 4305008"/>
              <a:gd name="connsiteX572" fmla="*/ 2299523 w 5593163"/>
              <a:gd name="connsiteY572" fmla="*/ 3058630 h 4305008"/>
              <a:gd name="connsiteX573" fmla="*/ 2300117 w 5593163"/>
              <a:gd name="connsiteY573" fmla="*/ 3047280 h 4305008"/>
              <a:gd name="connsiteX574" fmla="*/ 2300615 w 5593163"/>
              <a:gd name="connsiteY574" fmla="*/ 3047312 h 4305008"/>
              <a:gd name="connsiteX575" fmla="*/ 2300641 w 5593163"/>
              <a:gd name="connsiteY575" fmla="*/ 3046822 h 4305008"/>
              <a:gd name="connsiteX576" fmla="*/ 2317729 w 5593163"/>
              <a:gd name="connsiteY576" fmla="*/ 3048432 h 4305008"/>
              <a:gd name="connsiteX577" fmla="*/ 2413190 w 5593163"/>
              <a:gd name="connsiteY577" fmla="*/ 3057426 h 4305008"/>
              <a:gd name="connsiteX578" fmla="*/ 2429403 w 5593163"/>
              <a:gd name="connsiteY578" fmla="*/ 3058953 h 4305008"/>
              <a:gd name="connsiteX579" fmla="*/ 2429520 w 5593163"/>
              <a:gd name="connsiteY579" fmla="*/ 3060092 h 4305008"/>
              <a:gd name="connsiteX580" fmla="*/ 3119686 w 5593163"/>
              <a:gd name="connsiteY580" fmla="*/ 3747690 h 4305008"/>
              <a:gd name="connsiteX581" fmla="*/ 3120191 w 5593163"/>
              <a:gd name="connsiteY581" fmla="*/ 3747753 h 4305008"/>
              <a:gd name="connsiteX582" fmla="*/ 3120732 w 5593163"/>
              <a:gd name="connsiteY582" fmla="*/ 3754390 h 4305008"/>
              <a:gd name="connsiteX583" fmla="*/ 3128196 w 5593163"/>
              <a:gd name="connsiteY583" fmla="*/ 3846121 h 4305008"/>
              <a:gd name="connsiteX584" fmla="*/ 3129566 w 5593163"/>
              <a:gd name="connsiteY584" fmla="*/ 3862969 h 4305008"/>
              <a:gd name="connsiteX585" fmla="*/ 3128973 w 5593163"/>
              <a:gd name="connsiteY585" fmla="*/ 3874319 h 4305008"/>
              <a:gd name="connsiteX586" fmla="*/ 3128474 w 5593163"/>
              <a:gd name="connsiteY586" fmla="*/ 3874286 h 4305008"/>
              <a:gd name="connsiteX587" fmla="*/ 3128448 w 5593163"/>
              <a:gd name="connsiteY587" fmla="*/ 3874777 h 4305008"/>
              <a:gd name="connsiteX588" fmla="*/ 3111330 w 5593163"/>
              <a:gd name="connsiteY588" fmla="*/ 3873164 h 4305008"/>
              <a:gd name="connsiteX589" fmla="*/ 3015903 w 5593163"/>
              <a:gd name="connsiteY589" fmla="*/ 3864173 h 4305008"/>
              <a:gd name="connsiteX590" fmla="*/ 2999687 w 5593163"/>
              <a:gd name="connsiteY590" fmla="*/ 3862645 h 4305008"/>
              <a:gd name="connsiteX591" fmla="*/ 2999571 w 5593163"/>
              <a:gd name="connsiteY591" fmla="*/ 3861506 h 4305008"/>
              <a:gd name="connsiteX592" fmla="*/ 2309405 w 5593163"/>
              <a:gd name="connsiteY592" fmla="*/ 3173908 h 4305008"/>
              <a:gd name="connsiteX593" fmla="*/ 2308899 w 5593163"/>
              <a:gd name="connsiteY593" fmla="*/ 3173846 h 4305008"/>
              <a:gd name="connsiteX594" fmla="*/ 2308361 w 5593163"/>
              <a:gd name="connsiteY594" fmla="*/ 3167222 h 4305008"/>
              <a:gd name="connsiteX595" fmla="*/ 2300894 w 5593163"/>
              <a:gd name="connsiteY595" fmla="*/ 3075472 h 4305008"/>
              <a:gd name="connsiteX596" fmla="*/ 2299523 w 5593163"/>
              <a:gd name="connsiteY596" fmla="*/ 3058630 h 4305008"/>
              <a:gd name="connsiteX597" fmla="*/ 1601297 w 5593163"/>
              <a:gd name="connsiteY597" fmla="*/ 636203 h 4305008"/>
              <a:gd name="connsiteX598" fmla="*/ 2144606 w 5593163"/>
              <a:gd name="connsiteY598" fmla="*/ 1181049 h 4305008"/>
              <a:gd name="connsiteX599" fmla="*/ 1601297 w 5593163"/>
              <a:gd name="connsiteY599" fmla="*/ 636203 h 4305008"/>
              <a:gd name="connsiteX600" fmla="*/ 1601297 w 5593163"/>
              <a:gd name="connsiteY600" fmla="*/ 2333028 h 4305008"/>
              <a:gd name="connsiteX601" fmla="*/ 2144606 w 5593163"/>
              <a:gd name="connsiteY601" fmla="*/ 2877874 h 4305008"/>
              <a:gd name="connsiteX602" fmla="*/ 1601297 w 5593163"/>
              <a:gd name="connsiteY602" fmla="*/ 2333028 h 4305008"/>
              <a:gd name="connsiteX603" fmla="*/ 1601295 w 5593163"/>
              <a:gd name="connsiteY603" fmla="*/ 2034258 h 4305008"/>
              <a:gd name="connsiteX604" fmla="*/ 2144604 w 5593163"/>
              <a:gd name="connsiteY604" fmla="*/ 1493690 h 4305008"/>
              <a:gd name="connsiteX605" fmla="*/ 1601295 w 5593163"/>
              <a:gd name="connsiteY605" fmla="*/ 2034258 h 4305008"/>
              <a:gd name="connsiteX606" fmla="*/ 1601295 w 5593163"/>
              <a:gd name="connsiteY606" fmla="*/ 3731083 h 4305008"/>
              <a:gd name="connsiteX607" fmla="*/ 2144604 w 5593163"/>
              <a:gd name="connsiteY607" fmla="*/ 3190516 h 4305008"/>
              <a:gd name="connsiteX608" fmla="*/ 1601295 w 5593163"/>
              <a:gd name="connsiteY608" fmla="*/ 3731083 h 4305008"/>
              <a:gd name="connsiteX609" fmla="*/ 1457930 w 5593163"/>
              <a:gd name="connsiteY609" fmla="*/ 503273 h 4305008"/>
              <a:gd name="connsiteX610" fmla="*/ 1458524 w 5593163"/>
              <a:gd name="connsiteY610" fmla="*/ 491833 h 4305008"/>
              <a:gd name="connsiteX611" fmla="*/ 1459022 w 5593163"/>
              <a:gd name="connsiteY611" fmla="*/ 491866 h 4305008"/>
              <a:gd name="connsiteX612" fmla="*/ 1459048 w 5593163"/>
              <a:gd name="connsiteY612" fmla="*/ 491372 h 4305008"/>
              <a:gd name="connsiteX613" fmla="*/ 1476135 w 5593163"/>
              <a:gd name="connsiteY613" fmla="*/ 492995 h 4305008"/>
              <a:gd name="connsiteX614" fmla="*/ 1571597 w 5593163"/>
              <a:gd name="connsiteY614" fmla="*/ 502060 h 4305008"/>
              <a:gd name="connsiteX615" fmla="*/ 1587809 w 5593163"/>
              <a:gd name="connsiteY615" fmla="*/ 503599 h 4305008"/>
              <a:gd name="connsiteX616" fmla="*/ 1587926 w 5593163"/>
              <a:gd name="connsiteY616" fmla="*/ 504747 h 4305008"/>
              <a:gd name="connsiteX617" fmla="*/ 2278092 w 5593163"/>
              <a:gd name="connsiteY617" fmla="*/ 1197788 h 4305008"/>
              <a:gd name="connsiteX618" fmla="*/ 2278598 w 5593163"/>
              <a:gd name="connsiteY618" fmla="*/ 1197851 h 4305008"/>
              <a:gd name="connsiteX619" fmla="*/ 2279138 w 5593163"/>
              <a:gd name="connsiteY619" fmla="*/ 1204541 h 4305008"/>
              <a:gd name="connsiteX620" fmla="*/ 2286602 w 5593163"/>
              <a:gd name="connsiteY620" fmla="*/ 1296998 h 4305008"/>
              <a:gd name="connsiteX621" fmla="*/ 2287973 w 5593163"/>
              <a:gd name="connsiteY621" fmla="*/ 1313979 h 4305008"/>
              <a:gd name="connsiteX622" fmla="*/ 2287380 w 5593163"/>
              <a:gd name="connsiteY622" fmla="*/ 1325419 h 4305008"/>
              <a:gd name="connsiteX623" fmla="*/ 2286881 w 5593163"/>
              <a:gd name="connsiteY623" fmla="*/ 1325386 h 4305008"/>
              <a:gd name="connsiteX624" fmla="*/ 2286855 w 5593163"/>
              <a:gd name="connsiteY624" fmla="*/ 1325881 h 4305008"/>
              <a:gd name="connsiteX625" fmla="*/ 2269736 w 5593163"/>
              <a:gd name="connsiteY625" fmla="*/ 1324255 h 4305008"/>
              <a:gd name="connsiteX626" fmla="*/ 2174310 w 5593163"/>
              <a:gd name="connsiteY626" fmla="*/ 1315193 h 4305008"/>
              <a:gd name="connsiteX627" fmla="*/ 2158093 w 5593163"/>
              <a:gd name="connsiteY627" fmla="*/ 1313653 h 4305008"/>
              <a:gd name="connsiteX628" fmla="*/ 2157977 w 5593163"/>
              <a:gd name="connsiteY628" fmla="*/ 1312505 h 4305008"/>
              <a:gd name="connsiteX629" fmla="*/ 1467811 w 5593163"/>
              <a:gd name="connsiteY629" fmla="*/ 619464 h 4305008"/>
              <a:gd name="connsiteX630" fmla="*/ 1467306 w 5593163"/>
              <a:gd name="connsiteY630" fmla="*/ 619401 h 4305008"/>
              <a:gd name="connsiteX631" fmla="*/ 1466767 w 5593163"/>
              <a:gd name="connsiteY631" fmla="*/ 612725 h 4305008"/>
              <a:gd name="connsiteX632" fmla="*/ 1459300 w 5593163"/>
              <a:gd name="connsiteY632" fmla="*/ 520249 h 4305008"/>
              <a:gd name="connsiteX633" fmla="*/ 1457930 w 5593163"/>
              <a:gd name="connsiteY633" fmla="*/ 503273 h 4305008"/>
              <a:gd name="connsiteX634" fmla="*/ 1457930 w 5593163"/>
              <a:gd name="connsiteY634" fmla="*/ 2200098 h 4305008"/>
              <a:gd name="connsiteX635" fmla="*/ 1458524 w 5593163"/>
              <a:gd name="connsiteY635" fmla="*/ 2188658 h 4305008"/>
              <a:gd name="connsiteX636" fmla="*/ 1459022 w 5593163"/>
              <a:gd name="connsiteY636" fmla="*/ 2188691 h 4305008"/>
              <a:gd name="connsiteX637" fmla="*/ 1459048 w 5593163"/>
              <a:gd name="connsiteY637" fmla="*/ 2188197 h 4305008"/>
              <a:gd name="connsiteX638" fmla="*/ 1476135 w 5593163"/>
              <a:gd name="connsiteY638" fmla="*/ 2189820 h 4305008"/>
              <a:gd name="connsiteX639" fmla="*/ 1571597 w 5593163"/>
              <a:gd name="connsiteY639" fmla="*/ 2198885 h 4305008"/>
              <a:gd name="connsiteX640" fmla="*/ 1587809 w 5593163"/>
              <a:gd name="connsiteY640" fmla="*/ 2200424 h 4305008"/>
              <a:gd name="connsiteX641" fmla="*/ 1587926 w 5593163"/>
              <a:gd name="connsiteY641" fmla="*/ 2201572 h 4305008"/>
              <a:gd name="connsiteX642" fmla="*/ 2278092 w 5593163"/>
              <a:gd name="connsiteY642" fmla="*/ 2894613 h 4305008"/>
              <a:gd name="connsiteX643" fmla="*/ 2278598 w 5593163"/>
              <a:gd name="connsiteY643" fmla="*/ 2894676 h 4305008"/>
              <a:gd name="connsiteX644" fmla="*/ 2279138 w 5593163"/>
              <a:gd name="connsiteY644" fmla="*/ 2901366 h 4305008"/>
              <a:gd name="connsiteX645" fmla="*/ 2286602 w 5593163"/>
              <a:gd name="connsiteY645" fmla="*/ 2993823 h 4305008"/>
              <a:gd name="connsiteX646" fmla="*/ 2287973 w 5593163"/>
              <a:gd name="connsiteY646" fmla="*/ 3010804 h 4305008"/>
              <a:gd name="connsiteX647" fmla="*/ 2287380 w 5593163"/>
              <a:gd name="connsiteY647" fmla="*/ 3022244 h 4305008"/>
              <a:gd name="connsiteX648" fmla="*/ 2286881 w 5593163"/>
              <a:gd name="connsiteY648" fmla="*/ 3022211 h 4305008"/>
              <a:gd name="connsiteX649" fmla="*/ 2286855 w 5593163"/>
              <a:gd name="connsiteY649" fmla="*/ 3022706 h 4305008"/>
              <a:gd name="connsiteX650" fmla="*/ 2269736 w 5593163"/>
              <a:gd name="connsiteY650" fmla="*/ 3021080 h 4305008"/>
              <a:gd name="connsiteX651" fmla="*/ 2174310 w 5593163"/>
              <a:gd name="connsiteY651" fmla="*/ 3012018 h 4305008"/>
              <a:gd name="connsiteX652" fmla="*/ 2158093 w 5593163"/>
              <a:gd name="connsiteY652" fmla="*/ 3010478 h 4305008"/>
              <a:gd name="connsiteX653" fmla="*/ 2157977 w 5593163"/>
              <a:gd name="connsiteY653" fmla="*/ 3009330 h 4305008"/>
              <a:gd name="connsiteX654" fmla="*/ 1467811 w 5593163"/>
              <a:gd name="connsiteY654" fmla="*/ 2316289 h 4305008"/>
              <a:gd name="connsiteX655" fmla="*/ 1467306 w 5593163"/>
              <a:gd name="connsiteY655" fmla="*/ 2316226 h 4305008"/>
              <a:gd name="connsiteX656" fmla="*/ 1466767 w 5593163"/>
              <a:gd name="connsiteY656" fmla="*/ 2309550 h 4305008"/>
              <a:gd name="connsiteX657" fmla="*/ 1459300 w 5593163"/>
              <a:gd name="connsiteY657" fmla="*/ 2217074 h 4305008"/>
              <a:gd name="connsiteX658" fmla="*/ 1457930 w 5593163"/>
              <a:gd name="connsiteY658" fmla="*/ 2200098 h 4305008"/>
              <a:gd name="connsiteX659" fmla="*/ 1457930 w 5593163"/>
              <a:gd name="connsiteY659" fmla="*/ 3896923 h 4305008"/>
              <a:gd name="connsiteX660" fmla="*/ 1458524 w 5593163"/>
              <a:gd name="connsiteY660" fmla="*/ 3885483 h 4305008"/>
              <a:gd name="connsiteX661" fmla="*/ 1459022 w 5593163"/>
              <a:gd name="connsiteY661" fmla="*/ 3885516 h 4305008"/>
              <a:gd name="connsiteX662" fmla="*/ 1459048 w 5593163"/>
              <a:gd name="connsiteY662" fmla="*/ 3885022 h 4305008"/>
              <a:gd name="connsiteX663" fmla="*/ 1476135 w 5593163"/>
              <a:gd name="connsiteY663" fmla="*/ 3886645 h 4305008"/>
              <a:gd name="connsiteX664" fmla="*/ 1571597 w 5593163"/>
              <a:gd name="connsiteY664" fmla="*/ 3895710 h 4305008"/>
              <a:gd name="connsiteX665" fmla="*/ 1587809 w 5593163"/>
              <a:gd name="connsiteY665" fmla="*/ 3897249 h 4305008"/>
              <a:gd name="connsiteX666" fmla="*/ 1587926 w 5593163"/>
              <a:gd name="connsiteY666" fmla="*/ 3898397 h 4305008"/>
              <a:gd name="connsiteX667" fmla="*/ 2148179 w 5593163"/>
              <a:gd name="connsiteY667" fmla="*/ 4255797 h 4305008"/>
              <a:gd name="connsiteX668" fmla="*/ 2176624 w 5593163"/>
              <a:gd name="connsiteY668" fmla="*/ 4305008 h 4305008"/>
              <a:gd name="connsiteX669" fmla="*/ 2025574 w 5593163"/>
              <a:gd name="connsiteY669" fmla="*/ 4305008 h 4305008"/>
              <a:gd name="connsiteX670" fmla="*/ 1973451 w 5593163"/>
              <a:gd name="connsiteY670" fmla="*/ 4241205 h 4305008"/>
              <a:gd name="connsiteX671" fmla="*/ 1601297 w 5593163"/>
              <a:gd name="connsiteY671" fmla="*/ 4029853 h 4305008"/>
              <a:gd name="connsiteX672" fmla="*/ 1700478 w 5593163"/>
              <a:gd name="connsiteY672" fmla="*/ 4271827 h 4305008"/>
              <a:gd name="connsiteX673" fmla="*/ 1727160 w 5593163"/>
              <a:gd name="connsiteY673" fmla="*/ 4305008 h 4305008"/>
              <a:gd name="connsiteX674" fmla="*/ 1573050 w 5593163"/>
              <a:gd name="connsiteY674" fmla="*/ 4305008 h 4305008"/>
              <a:gd name="connsiteX675" fmla="*/ 1542929 w 5593163"/>
              <a:gd name="connsiteY675" fmla="*/ 4254710 h 4305008"/>
              <a:gd name="connsiteX676" fmla="*/ 1467811 w 5593163"/>
              <a:gd name="connsiteY676" fmla="*/ 4013114 h 4305008"/>
              <a:gd name="connsiteX677" fmla="*/ 1467306 w 5593163"/>
              <a:gd name="connsiteY677" fmla="*/ 4013051 h 4305008"/>
              <a:gd name="connsiteX678" fmla="*/ 1466767 w 5593163"/>
              <a:gd name="connsiteY678" fmla="*/ 4006375 h 4305008"/>
              <a:gd name="connsiteX679" fmla="*/ 1459300 w 5593163"/>
              <a:gd name="connsiteY679" fmla="*/ 3913899 h 4305008"/>
              <a:gd name="connsiteX680" fmla="*/ 1457930 w 5593163"/>
              <a:gd name="connsiteY680" fmla="*/ 3896923 h 4305008"/>
              <a:gd name="connsiteX681" fmla="*/ 1457928 w 5593163"/>
              <a:gd name="connsiteY681" fmla="*/ 469318 h 4305008"/>
              <a:gd name="connsiteX682" fmla="*/ 1459298 w 5593163"/>
              <a:gd name="connsiteY682" fmla="*/ 452471 h 4305008"/>
              <a:gd name="connsiteX683" fmla="*/ 1466762 w 5593163"/>
              <a:gd name="connsiteY683" fmla="*/ 360740 h 4305008"/>
              <a:gd name="connsiteX684" fmla="*/ 1467303 w 5593163"/>
              <a:gd name="connsiteY684" fmla="*/ 354103 h 4305008"/>
              <a:gd name="connsiteX685" fmla="*/ 1467808 w 5593163"/>
              <a:gd name="connsiteY685" fmla="*/ 354040 h 4305008"/>
              <a:gd name="connsiteX686" fmla="*/ 1552022 w 5593163"/>
              <a:gd name="connsiteY686" fmla="*/ 96778 h 4305008"/>
              <a:gd name="connsiteX687" fmla="*/ 1614656 w 5593163"/>
              <a:gd name="connsiteY687" fmla="*/ 0 h 4305008"/>
              <a:gd name="connsiteX688" fmla="*/ 1783031 w 5593163"/>
              <a:gd name="connsiteY688" fmla="*/ 0 h 4305008"/>
              <a:gd name="connsiteX689" fmla="*/ 1714803 w 5593163"/>
              <a:gd name="connsiteY689" fmla="*/ 76659 h 4305008"/>
              <a:gd name="connsiteX690" fmla="*/ 1601295 w 5593163"/>
              <a:gd name="connsiteY690" fmla="*/ 337433 h 4305008"/>
              <a:gd name="connsiteX691" fmla="*/ 2040269 w 5593163"/>
              <a:gd name="connsiteY691" fmla="*/ 44350 h 4305008"/>
              <a:gd name="connsiteX692" fmla="*/ 2062497 w 5593163"/>
              <a:gd name="connsiteY692" fmla="*/ 0 h 4305008"/>
              <a:gd name="connsiteX693" fmla="*/ 2211135 w 5593163"/>
              <a:gd name="connsiteY693" fmla="*/ 0 h 4305008"/>
              <a:gd name="connsiteX694" fmla="*/ 2159296 w 5593163"/>
              <a:gd name="connsiteY694" fmla="*/ 95636 h 4305008"/>
              <a:gd name="connsiteX695" fmla="*/ 1587923 w 5593163"/>
              <a:gd name="connsiteY695" fmla="*/ 467856 h 4305008"/>
              <a:gd name="connsiteX696" fmla="*/ 1587807 w 5593163"/>
              <a:gd name="connsiteY696" fmla="*/ 468995 h 4305008"/>
              <a:gd name="connsiteX697" fmla="*/ 1571591 w 5593163"/>
              <a:gd name="connsiteY697" fmla="*/ 470523 h 4305008"/>
              <a:gd name="connsiteX698" fmla="*/ 1476164 w 5593163"/>
              <a:gd name="connsiteY698" fmla="*/ 479514 h 4305008"/>
              <a:gd name="connsiteX699" fmla="*/ 1459046 w 5593163"/>
              <a:gd name="connsiteY699" fmla="*/ 481127 h 4305008"/>
              <a:gd name="connsiteX700" fmla="*/ 1459020 w 5593163"/>
              <a:gd name="connsiteY700" fmla="*/ 480636 h 4305008"/>
              <a:gd name="connsiteX701" fmla="*/ 1458521 w 5593163"/>
              <a:gd name="connsiteY701" fmla="*/ 480669 h 4305008"/>
              <a:gd name="connsiteX702" fmla="*/ 1457928 w 5593163"/>
              <a:gd name="connsiteY702" fmla="*/ 469318 h 4305008"/>
              <a:gd name="connsiteX703" fmla="*/ 1457928 w 5593163"/>
              <a:gd name="connsiteY703" fmla="*/ 2166144 h 4305008"/>
              <a:gd name="connsiteX704" fmla="*/ 1459298 w 5593163"/>
              <a:gd name="connsiteY704" fmla="*/ 2149296 h 4305008"/>
              <a:gd name="connsiteX705" fmla="*/ 1466762 w 5593163"/>
              <a:gd name="connsiteY705" fmla="*/ 2057565 h 4305008"/>
              <a:gd name="connsiteX706" fmla="*/ 1467303 w 5593163"/>
              <a:gd name="connsiteY706" fmla="*/ 2050928 h 4305008"/>
              <a:gd name="connsiteX707" fmla="*/ 1467808 w 5593163"/>
              <a:gd name="connsiteY707" fmla="*/ 2050865 h 4305008"/>
              <a:gd name="connsiteX708" fmla="*/ 2157974 w 5593163"/>
              <a:gd name="connsiteY708" fmla="*/ 1363267 h 4305008"/>
              <a:gd name="connsiteX709" fmla="*/ 2158091 w 5593163"/>
              <a:gd name="connsiteY709" fmla="*/ 1362128 h 4305008"/>
              <a:gd name="connsiteX710" fmla="*/ 2174304 w 5593163"/>
              <a:gd name="connsiteY710" fmla="*/ 1360601 h 4305008"/>
              <a:gd name="connsiteX711" fmla="*/ 2269765 w 5593163"/>
              <a:gd name="connsiteY711" fmla="*/ 1351607 h 4305008"/>
              <a:gd name="connsiteX712" fmla="*/ 2286853 w 5593163"/>
              <a:gd name="connsiteY712" fmla="*/ 1349997 h 4305008"/>
              <a:gd name="connsiteX713" fmla="*/ 2286879 w 5593163"/>
              <a:gd name="connsiteY713" fmla="*/ 1350487 h 4305008"/>
              <a:gd name="connsiteX714" fmla="*/ 2287377 w 5593163"/>
              <a:gd name="connsiteY714" fmla="*/ 1350455 h 4305008"/>
              <a:gd name="connsiteX715" fmla="*/ 2287971 w 5593163"/>
              <a:gd name="connsiteY715" fmla="*/ 1361805 h 4305008"/>
              <a:gd name="connsiteX716" fmla="*/ 2286600 w 5593163"/>
              <a:gd name="connsiteY716" fmla="*/ 1378647 h 4305008"/>
              <a:gd name="connsiteX717" fmla="*/ 2279133 w 5593163"/>
              <a:gd name="connsiteY717" fmla="*/ 1470397 h 4305008"/>
              <a:gd name="connsiteX718" fmla="*/ 2278595 w 5593163"/>
              <a:gd name="connsiteY718" fmla="*/ 1477021 h 4305008"/>
              <a:gd name="connsiteX719" fmla="*/ 2278089 w 5593163"/>
              <a:gd name="connsiteY719" fmla="*/ 1477083 h 4305008"/>
              <a:gd name="connsiteX720" fmla="*/ 1587923 w 5593163"/>
              <a:gd name="connsiteY720" fmla="*/ 2164681 h 4305008"/>
              <a:gd name="connsiteX721" fmla="*/ 1587807 w 5593163"/>
              <a:gd name="connsiteY721" fmla="*/ 2165820 h 4305008"/>
              <a:gd name="connsiteX722" fmla="*/ 1571591 w 5593163"/>
              <a:gd name="connsiteY722" fmla="*/ 2167348 h 4305008"/>
              <a:gd name="connsiteX723" fmla="*/ 1476164 w 5593163"/>
              <a:gd name="connsiteY723" fmla="*/ 2176339 h 4305008"/>
              <a:gd name="connsiteX724" fmla="*/ 1459046 w 5593163"/>
              <a:gd name="connsiteY724" fmla="*/ 2177952 h 4305008"/>
              <a:gd name="connsiteX725" fmla="*/ 1459020 w 5593163"/>
              <a:gd name="connsiteY725" fmla="*/ 2177461 h 4305008"/>
              <a:gd name="connsiteX726" fmla="*/ 1458521 w 5593163"/>
              <a:gd name="connsiteY726" fmla="*/ 2177494 h 4305008"/>
              <a:gd name="connsiteX727" fmla="*/ 1457928 w 5593163"/>
              <a:gd name="connsiteY727" fmla="*/ 2166144 h 4305008"/>
              <a:gd name="connsiteX728" fmla="*/ 1457928 w 5593163"/>
              <a:gd name="connsiteY728" fmla="*/ 3862969 h 4305008"/>
              <a:gd name="connsiteX729" fmla="*/ 1459298 w 5593163"/>
              <a:gd name="connsiteY729" fmla="*/ 3846121 h 4305008"/>
              <a:gd name="connsiteX730" fmla="*/ 1466762 w 5593163"/>
              <a:gd name="connsiteY730" fmla="*/ 3754390 h 4305008"/>
              <a:gd name="connsiteX731" fmla="*/ 1467303 w 5593163"/>
              <a:gd name="connsiteY731" fmla="*/ 3747753 h 4305008"/>
              <a:gd name="connsiteX732" fmla="*/ 1467808 w 5593163"/>
              <a:gd name="connsiteY732" fmla="*/ 3747690 h 4305008"/>
              <a:gd name="connsiteX733" fmla="*/ 2157974 w 5593163"/>
              <a:gd name="connsiteY733" fmla="*/ 3060092 h 4305008"/>
              <a:gd name="connsiteX734" fmla="*/ 2158091 w 5593163"/>
              <a:gd name="connsiteY734" fmla="*/ 3058953 h 4305008"/>
              <a:gd name="connsiteX735" fmla="*/ 2174304 w 5593163"/>
              <a:gd name="connsiteY735" fmla="*/ 3057426 h 4305008"/>
              <a:gd name="connsiteX736" fmla="*/ 2269765 w 5593163"/>
              <a:gd name="connsiteY736" fmla="*/ 3048432 h 4305008"/>
              <a:gd name="connsiteX737" fmla="*/ 2286853 w 5593163"/>
              <a:gd name="connsiteY737" fmla="*/ 3046822 h 4305008"/>
              <a:gd name="connsiteX738" fmla="*/ 2286879 w 5593163"/>
              <a:gd name="connsiteY738" fmla="*/ 3047312 h 4305008"/>
              <a:gd name="connsiteX739" fmla="*/ 2287377 w 5593163"/>
              <a:gd name="connsiteY739" fmla="*/ 3047280 h 4305008"/>
              <a:gd name="connsiteX740" fmla="*/ 2287971 w 5593163"/>
              <a:gd name="connsiteY740" fmla="*/ 3058630 h 4305008"/>
              <a:gd name="connsiteX741" fmla="*/ 2286600 w 5593163"/>
              <a:gd name="connsiteY741" fmla="*/ 3075472 h 4305008"/>
              <a:gd name="connsiteX742" fmla="*/ 2279133 w 5593163"/>
              <a:gd name="connsiteY742" fmla="*/ 3167222 h 4305008"/>
              <a:gd name="connsiteX743" fmla="*/ 2278595 w 5593163"/>
              <a:gd name="connsiteY743" fmla="*/ 3173846 h 4305008"/>
              <a:gd name="connsiteX744" fmla="*/ 2278089 w 5593163"/>
              <a:gd name="connsiteY744" fmla="*/ 3173908 h 4305008"/>
              <a:gd name="connsiteX745" fmla="*/ 1587923 w 5593163"/>
              <a:gd name="connsiteY745" fmla="*/ 3861506 h 4305008"/>
              <a:gd name="connsiteX746" fmla="*/ 1587807 w 5593163"/>
              <a:gd name="connsiteY746" fmla="*/ 3862645 h 4305008"/>
              <a:gd name="connsiteX747" fmla="*/ 1571591 w 5593163"/>
              <a:gd name="connsiteY747" fmla="*/ 3864173 h 4305008"/>
              <a:gd name="connsiteX748" fmla="*/ 1476164 w 5593163"/>
              <a:gd name="connsiteY748" fmla="*/ 3873164 h 4305008"/>
              <a:gd name="connsiteX749" fmla="*/ 1459046 w 5593163"/>
              <a:gd name="connsiteY749" fmla="*/ 3874777 h 4305008"/>
              <a:gd name="connsiteX750" fmla="*/ 1459020 w 5593163"/>
              <a:gd name="connsiteY750" fmla="*/ 3874286 h 4305008"/>
              <a:gd name="connsiteX751" fmla="*/ 1458521 w 5593163"/>
              <a:gd name="connsiteY751" fmla="*/ 3874319 h 4305008"/>
              <a:gd name="connsiteX752" fmla="*/ 1457928 w 5593163"/>
              <a:gd name="connsiteY752" fmla="*/ 3862969 h 4305008"/>
              <a:gd name="connsiteX753" fmla="*/ 750739 w 5593163"/>
              <a:gd name="connsiteY753" fmla="*/ 1181049 h 4305008"/>
              <a:gd name="connsiteX754" fmla="*/ 1294048 w 5593163"/>
              <a:gd name="connsiteY754" fmla="*/ 636203 h 4305008"/>
              <a:gd name="connsiteX755" fmla="*/ 750739 w 5593163"/>
              <a:gd name="connsiteY755" fmla="*/ 1181049 h 4305008"/>
              <a:gd name="connsiteX756" fmla="*/ 750739 w 5593163"/>
              <a:gd name="connsiteY756" fmla="*/ 1493690 h 4305008"/>
              <a:gd name="connsiteX757" fmla="*/ 1294048 w 5593163"/>
              <a:gd name="connsiteY757" fmla="*/ 2034258 h 4305008"/>
              <a:gd name="connsiteX758" fmla="*/ 750739 w 5593163"/>
              <a:gd name="connsiteY758" fmla="*/ 1493690 h 4305008"/>
              <a:gd name="connsiteX759" fmla="*/ 750739 w 5593163"/>
              <a:gd name="connsiteY759" fmla="*/ 2877874 h 4305008"/>
              <a:gd name="connsiteX760" fmla="*/ 1294048 w 5593163"/>
              <a:gd name="connsiteY760" fmla="*/ 2333028 h 4305008"/>
              <a:gd name="connsiteX761" fmla="*/ 750739 w 5593163"/>
              <a:gd name="connsiteY761" fmla="*/ 2877874 h 4305008"/>
              <a:gd name="connsiteX762" fmla="*/ 750739 w 5593163"/>
              <a:gd name="connsiteY762" fmla="*/ 3190516 h 4305008"/>
              <a:gd name="connsiteX763" fmla="*/ 1294048 w 5593163"/>
              <a:gd name="connsiteY763" fmla="*/ 3731083 h 4305008"/>
              <a:gd name="connsiteX764" fmla="*/ 750739 w 5593163"/>
              <a:gd name="connsiteY764" fmla="*/ 3190516 h 4305008"/>
              <a:gd name="connsiteX765" fmla="*/ 718720 w 5593163"/>
              <a:gd name="connsiteY765" fmla="*/ 4305008 h 4305008"/>
              <a:gd name="connsiteX766" fmla="*/ 747165 w 5593163"/>
              <a:gd name="connsiteY766" fmla="*/ 4255797 h 4305008"/>
              <a:gd name="connsiteX767" fmla="*/ 1307418 w 5593163"/>
              <a:gd name="connsiteY767" fmla="*/ 3898397 h 4305008"/>
              <a:gd name="connsiteX768" fmla="*/ 1307535 w 5593163"/>
              <a:gd name="connsiteY768" fmla="*/ 3897249 h 4305008"/>
              <a:gd name="connsiteX769" fmla="*/ 1323748 w 5593163"/>
              <a:gd name="connsiteY769" fmla="*/ 3895710 h 4305008"/>
              <a:gd name="connsiteX770" fmla="*/ 1419209 w 5593163"/>
              <a:gd name="connsiteY770" fmla="*/ 3886645 h 4305008"/>
              <a:gd name="connsiteX771" fmla="*/ 1436297 w 5593163"/>
              <a:gd name="connsiteY771" fmla="*/ 3885022 h 4305008"/>
              <a:gd name="connsiteX772" fmla="*/ 1436323 w 5593163"/>
              <a:gd name="connsiteY772" fmla="*/ 3885516 h 4305008"/>
              <a:gd name="connsiteX773" fmla="*/ 1436821 w 5593163"/>
              <a:gd name="connsiteY773" fmla="*/ 3885483 h 4305008"/>
              <a:gd name="connsiteX774" fmla="*/ 1437415 w 5593163"/>
              <a:gd name="connsiteY774" fmla="*/ 3896923 h 4305008"/>
              <a:gd name="connsiteX775" fmla="*/ 1436044 w 5593163"/>
              <a:gd name="connsiteY775" fmla="*/ 3913899 h 4305008"/>
              <a:gd name="connsiteX776" fmla="*/ 1428577 w 5593163"/>
              <a:gd name="connsiteY776" fmla="*/ 4006375 h 4305008"/>
              <a:gd name="connsiteX777" fmla="*/ 1428039 w 5593163"/>
              <a:gd name="connsiteY777" fmla="*/ 4013051 h 4305008"/>
              <a:gd name="connsiteX778" fmla="*/ 1427533 w 5593163"/>
              <a:gd name="connsiteY778" fmla="*/ 4013114 h 4305008"/>
              <a:gd name="connsiteX779" fmla="*/ 1352416 w 5593163"/>
              <a:gd name="connsiteY779" fmla="*/ 4254710 h 4305008"/>
              <a:gd name="connsiteX780" fmla="*/ 1322295 w 5593163"/>
              <a:gd name="connsiteY780" fmla="*/ 4305008 h 4305008"/>
              <a:gd name="connsiteX781" fmla="*/ 1168185 w 5593163"/>
              <a:gd name="connsiteY781" fmla="*/ 4305008 h 4305008"/>
              <a:gd name="connsiteX782" fmla="*/ 1194867 w 5593163"/>
              <a:gd name="connsiteY782" fmla="*/ 4271827 h 4305008"/>
              <a:gd name="connsiteX783" fmla="*/ 1294048 w 5593163"/>
              <a:gd name="connsiteY783" fmla="*/ 4029853 h 4305008"/>
              <a:gd name="connsiteX784" fmla="*/ 921894 w 5593163"/>
              <a:gd name="connsiteY784" fmla="*/ 4241205 h 4305008"/>
              <a:gd name="connsiteX785" fmla="*/ 869771 w 5593163"/>
              <a:gd name="connsiteY785" fmla="*/ 4305008 h 4305008"/>
              <a:gd name="connsiteX786" fmla="*/ 684209 w 5593163"/>
              <a:gd name="connsiteY786" fmla="*/ 0 h 4305008"/>
              <a:gd name="connsiteX787" fmla="*/ 832847 w 5593163"/>
              <a:gd name="connsiteY787" fmla="*/ 0 h 4305008"/>
              <a:gd name="connsiteX788" fmla="*/ 855075 w 5593163"/>
              <a:gd name="connsiteY788" fmla="*/ 44350 h 4305008"/>
              <a:gd name="connsiteX789" fmla="*/ 1294048 w 5593163"/>
              <a:gd name="connsiteY789" fmla="*/ 337433 h 4305008"/>
              <a:gd name="connsiteX790" fmla="*/ 1180541 w 5593163"/>
              <a:gd name="connsiteY790" fmla="*/ 76659 h 4305008"/>
              <a:gd name="connsiteX791" fmla="*/ 1112313 w 5593163"/>
              <a:gd name="connsiteY791" fmla="*/ 0 h 4305008"/>
              <a:gd name="connsiteX792" fmla="*/ 1280688 w 5593163"/>
              <a:gd name="connsiteY792" fmla="*/ 0 h 4305008"/>
              <a:gd name="connsiteX793" fmla="*/ 1343322 w 5593163"/>
              <a:gd name="connsiteY793" fmla="*/ 96778 h 4305008"/>
              <a:gd name="connsiteX794" fmla="*/ 1427534 w 5593163"/>
              <a:gd name="connsiteY794" fmla="*/ 354040 h 4305008"/>
              <a:gd name="connsiteX795" fmla="*/ 1428040 w 5593163"/>
              <a:gd name="connsiteY795" fmla="*/ 354102 h 4305008"/>
              <a:gd name="connsiteX796" fmla="*/ 1428580 w 5593163"/>
              <a:gd name="connsiteY796" fmla="*/ 360740 h 4305008"/>
              <a:gd name="connsiteX797" fmla="*/ 1436044 w 5593163"/>
              <a:gd name="connsiteY797" fmla="*/ 452471 h 4305008"/>
              <a:gd name="connsiteX798" fmla="*/ 1437415 w 5593163"/>
              <a:gd name="connsiteY798" fmla="*/ 469318 h 4305008"/>
              <a:gd name="connsiteX799" fmla="*/ 1436822 w 5593163"/>
              <a:gd name="connsiteY799" fmla="*/ 480669 h 4305008"/>
              <a:gd name="connsiteX800" fmla="*/ 1436323 w 5593163"/>
              <a:gd name="connsiteY800" fmla="*/ 480636 h 4305008"/>
              <a:gd name="connsiteX801" fmla="*/ 1436297 w 5593163"/>
              <a:gd name="connsiteY801" fmla="*/ 481127 h 4305008"/>
              <a:gd name="connsiteX802" fmla="*/ 1419178 w 5593163"/>
              <a:gd name="connsiteY802" fmla="*/ 479514 h 4305008"/>
              <a:gd name="connsiteX803" fmla="*/ 1323752 w 5593163"/>
              <a:gd name="connsiteY803" fmla="*/ 470523 h 4305008"/>
              <a:gd name="connsiteX804" fmla="*/ 1307535 w 5593163"/>
              <a:gd name="connsiteY804" fmla="*/ 468995 h 4305008"/>
              <a:gd name="connsiteX805" fmla="*/ 1307419 w 5593163"/>
              <a:gd name="connsiteY805" fmla="*/ 467856 h 4305008"/>
              <a:gd name="connsiteX806" fmla="*/ 736048 w 5593163"/>
              <a:gd name="connsiteY806" fmla="*/ 95636 h 4305008"/>
              <a:gd name="connsiteX807" fmla="*/ 607372 w 5593163"/>
              <a:gd name="connsiteY807" fmla="*/ 1313979 h 4305008"/>
              <a:gd name="connsiteX808" fmla="*/ 608742 w 5593163"/>
              <a:gd name="connsiteY808" fmla="*/ 1296998 h 4305008"/>
              <a:gd name="connsiteX809" fmla="*/ 616206 w 5593163"/>
              <a:gd name="connsiteY809" fmla="*/ 1204541 h 4305008"/>
              <a:gd name="connsiteX810" fmla="*/ 616747 w 5593163"/>
              <a:gd name="connsiteY810" fmla="*/ 1197851 h 4305008"/>
              <a:gd name="connsiteX811" fmla="*/ 617252 w 5593163"/>
              <a:gd name="connsiteY811" fmla="*/ 1197788 h 4305008"/>
              <a:gd name="connsiteX812" fmla="*/ 1307418 w 5593163"/>
              <a:gd name="connsiteY812" fmla="*/ 504747 h 4305008"/>
              <a:gd name="connsiteX813" fmla="*/ 1307535 w 5593163"/>
              <a:gd name="connsiteY813" fmla="*/ 503599 h 4305008"/>
              <a:gd name="connsiteX814" fmla="*/ 1323748 w 5593163"/>
              <a:gd name="connsiteY814" fmla="*/ 502060 h 4305008"/>
              <a:gd name="connsiteX815" fmla="*/ 1419209 w 5593163"/>
              <a:gd name="connsiteY815" fmla="*/ 492995 h 4305008"/>
              <a:gd name="connsiteX816" fmla="*/ 1436297 w 5593163"/>
              <a:gd name="connsiteY816" fmla="*/ 491372 h 4305008"/>
              <a:gd name="connsiteX817" fmla="*/ 1436323 w 5593163"/>
              <a:gd name="connsiteY817" fmla="*/ 491866 h 4305008"/>
              <a:gd name="connsiteX818" fmla="*/ 1436821 w 5593163"/>
              <a:gd name="connsiteY818" fmla="*/ 491833 h 4305008"/>
              <a:gd name="connsiteX819" fmla="*/ 1437415 w 5593163"/>
              <a:gd name="connsiteY819" fmla="*/ 503273 h 4305008"/>
              <a:gd name="connsiteX820" fmla="*/ 1436044 w 5593163"/>
              <a:gd name="connsiteY820" fmla="*/ 520249 h 4305008"/>
              <a:gd name="connsiteX821" fmla="*/ 1428577 w 5593163"/>
              <a:gd name="connsiteY821" fmla="*/ 612725 h 4305008"/>
              <a:gd name="connsiteX822" fmla="*/ 1428039 w 5593163"/>
              <a:gd name="connsiteY822" fmla="*/ 619401 h 4305008"/>
              <a:gd name="connsiteX823" fmla="*/ 1427533 w 5593163"/>
              <a:gd name="connsiteY823" fmla="*/ 619464 h 4305008"/>
              <a:gd name="connsiteX824" fmla="*/ 737367 w 5593163"/>
              <a:gd name="connsiteY824" fmla="*/ 1312505 h 4305008"/>
              <a:gd name="connsiteX825" fmla="*/ 737251 w 5593163"/>
              <a:gd name="connsiteY825" fmla="*/ 1313653 h 4305008"/>
              <a:gd name="connsiteX826" fmla="*/ 721035 w 5593163"/>
              <a:gd name="connsiteY826" fmla="*/ 1315193 h 4305008"/>
              <a:gd name="connsiteX827" fmla="*/ 625608 w 5593163"/>
              <a:gd name="connsiteY827" fmla="*/ 1324255 h 4305008"/>
              <a:gd name="connsiteX828" fmla="*/ 608490 w 5593163"/>
              <a:gd name="connsiteY828" fmla="*/ 1325881 h 4305008"/>
              <a:gd name="connsiteX829" fmla="*/ 608464 w 5593163"/>
              <a:gd name="connsiteY829" fmla="*/ 1325386 h 4305008"/>
              <a:gd name="connsiteX830" fmla="*/ 607965 w 5593163"/>
              <a:gd name="connsiteY830" fmla="*/ 1325419 h 4305008"/>
              <a:gd name="connsiteX831" fmla="*/ 607372 w 5593163"/>
              <a:gd name="connsiteY831" fmla="*/ 1313979 h 4305008"/>
              <a:gd name="connsiteX832" fmla="*/ 607372 w 5593163"/>
              <a:gd name="connsiteY832" fmla="*/ 1361805 h 4305008"/>
              <a:gd name="connsiteX833" fmla="*/ 607966 w 5593163"/>
              <a:gd name="connsiteY833" fmla="*/ 1350455 h 4305008"/>
              <a:gd name="connsiteX834" fmla="*/ 608464 w 5593163"/>
              <a:gd name="connsiteY834" fmla="*/ 1350487 h 4305008"/>
              <a:gd name="connsiteX835" fmla="*/ 608490 w 5593163"/>
              <a:gd name="connsiteY835" fmla="*/ 1349997 h 4305008"/>
              <a:gd name="connsiteX836" fmla="*/ 625577 w 5593163"/>
              <a:gd name="connsiteY836" fmla="*/ 1351607 h 4305008"/>
              <a:gd name="connsiteX837" fmla="*/ 721039 w 5593163"/>
              <a:gd name="connsiteY837" fmla="*/ 1360601 h 4305008"/>
              <a:gd name="connsiteX838" fmla="*/ 737251 w 5593163"/>
              <a:gd name="connsiteY838" fmla="*/ 1362128 h 4305008"/>
              <a:gd name="connsiteX839" fmla="*/ 737368 w 5593163"/>
              <a:gd name="connsiteY839" fmla="*/ 1363267 h 4305008"/>
              <a:gd name="connsiteX840" fmla="*/ 1427534 w 5593163"/>
              <a:gd name="connsiteY840" fmla="*/ 2050865 h 4305008"/>
              <a:gd name="connsiteX841" fmla="*/ 1428040 w 5593163"/>
              <a:gd name="connsiteY841" fmla="*/ 2050928 h 4305008"/>
              <a:gd name="connsiteX842" fmla="*/ 1428580 w 5593163"/>
              <a:gd name="connsiteY842" fmla="*/ 2057565 h 4305008"/>
              <a:gd name="connsiteX843" fmla="*/ 1436044 w 5593163"/>
              <a:gd name="connsiteY843" fmla="*/ 2149296 h 4305008"/>
              <a:gd name="connsiteX844" fmla="*/ 1437415 w 5593163"/>
              <a:gd name="connsiteY844" fmla="*/ 2166144 h 4305008"/>
              <a:gd name="connsiteX845" fmla="*/ 1436822 w 5593163"/>
              <a:gd name="connsiteY845" fmla="*/ 2177494 h 4305008"/>
              <a:gd name="connsiteX846" fmla="*/ 1436323 w 5593163"/>
              <a:gd name="connsiteY846" fmla="*/ 2177461 h 4305008"/>
              <a:gd name="connsiteX847" fmla="*/ 1436297 w 5593163"/>
              <a:gd name="connsiteY847" fmla="*/ 2177952 h 4305008"/>
              <a:gd name="connsiteX848" fmla="*/ 1419178 w 5593163"/>
              <a:gd name="connsiteY848" fmla="*/ 2176339 h 4305008"/>
              <a:gd name="connsiteX849" fmla="*/ 1323752 w 5593163"/>
              <a:gd name="connsiteY849" fmla="*/ 2167348 h 4305008"/>
              <a:gd name="connsiteX850" fmla="*/ 1307535 w 5593163"/>
              <a:gd name="connsiteY850" fmla="*/ 2165820 h 4305008"/>
              <a:gd name="connsiteX851" fmla="*/ 1307419 w 5593163"/>
              <a:gd name="connsiteY851" fmla="*/ 2164681 h 4305008"/>
              <a:gd name="connsiteX852" fmla="*/ 617253 w 5593163"/>
              <a:gd name="connsiteY852" fmla="*/ 1477083 h 4305008"/>
              <a:gd name="connsiteX853" fmla="*/ 616748 w 5593163"/>
              <a:gd name="connsiteY853" fmla="*/ 1477021 h 4305008"/>
              <a:gd name="connsiteX854" fmla="*/ 616209 w 5593163"/>
              <a:gd name="connsiteY854" fmla="*/ 1470397 h 4305008"/>
              <a:gd name="connsiteX855" fmla="*/ 608742 w 5593163"/>
              <a:gd name="connsiteY855" fmla="*/ 1378647 h 4305008"/>
              <a:gd name="connsiteX856" fmla="*/ 607372 w 5593163"/>
              <a:gd name="connsiteY856" fmla="*/ 1361805 h 4305008"/>
              <a:gd name="connsiteX857" fmla="*/ 607372 w 5593163"/>
              <a:gd name="connsiteY857" fmla="*/ 3010804 h 4305008"/>
              <a:gd name="connsiteX858" fmla="*/ 608742 w 5593163"/>
              <a:gd name="connsiteY858" fmla="*/ 2993823 h 4305008"/>
              <a:gd name="connsiteX859" fmla="*/ 616206 w 5593163"/>
              <a:gd name="connsiteY859" fmla="*/ 2901366 h 4305008"/>
              <a:gd name="connsiteX860" fmla="*/ 616747 w 5593163"/>
              <a:gd name="connsiteY860" fmla="*/ 2894676 h 4305008"/>
              <a:gd name="connsiteX861" fmla="*/ 617252 w 5593163"/>
              <a:gd name="connsiteY861" fmla="*/ 2894613 h 4305008"/>
              <a:gd name="connsiteX862" fmla="*/ 1307418 w 5593163"/>
              <a:gd name="connsiteY862" fmla="*/ 2201572 h 4305008"/>
              <a:gd name="connsiteX863" fmla="*/ 1307535 w 5593163"/>
              <a:gd name="connsiteY863" fmla="*/ 2200424 h 4305008"/>
              <a:gd name="connsiteX864" fmla="*/ 1323748 w 5593163"/>
              <a:gd name="connsiteY864" fmla="*/ 2198885 h 4305008"/>
              <a:gd name="connsiteX865" fmla="*/ 1419209 w 5593163"/>
              <a:gd name="connsiteY865" fmla="*/ 2189820 h 4305008"/>
              <a:gd name="connsiteX866" fmla="*/ 1436297 w 5593163"/>
              <a:gd name="connsiteY866" fmla="*/ 2188197 h 4305008"/>
              <a:gd name="connsiteX867" fmla="*/ 1436323 w 5593163"/>
              <a:gd name="connsiteY867" fmla="*/ 2188691 h 4305008"/>
              <a:gd name="connsiteX868" fmla="*/ 1436821 w 5593163"/>
              <a:gd name="connsiteY868" fmla="*/ 2188658 h 4305008"/>
              <a:gd name="connsiteX869" fmla="*/ 1437415 w 5593163"/>
              <a:gd name="connsiteY869" fmla="*/ 2200098 h 4305008"/>
              <a:gd name="connsiteX870" fmla="*/ 1436044 w 5593163"/>
              <a:gd name="connsiteY870" fmla="*/ 2217074 h 4305008"/>
              <a:gd name="connsiteX871" fmla="*/ 1428577 w 5593163"/>
              <a:gd name="connsiteY871" fmla="*/ 2309550 h 4305008"/>
              <a:gd name="connsiteX872" fmla="*/ 1428039 w 5593163"/>
              <a:gd name="connsiteY872" fmla="*/ 2316226 h 4305008"/>
              <a:gd name="connsiteX873" fmla="*/ 1427533 w 5593163"/>
              <a:gd name="connsiteY873" fmla="*/ 2316289 h 4305008"/>
              <a:gd name="connsiteX874" fmla="*/ 737367 w 5593163"/>
              <a:gd name="connsiteY874" fmla="*/ 3009330 h 4305008"/>
              <a:gd name="connsiteX875" fmla="*/ 737251 w 5593163"/>
              <a:gd name="connsiteY875" fmla="*/ 3010478 h 4305008"/>
              <a:gd name="connsiteX876" fmla="*/ 721035 w 5593163"/>
              <a:gd name="connsiteY876" fmla="*/ 3012018 h 4305008"/>
              <a:gd name="connsiteX877" fmla="*/ 625608 w 5593163"/>
              <a:gd name="connsiteY877" fmla="*/ 3021080 h 4305008"/>
              <a:gd name="connsiteX878" fmla="*/ 608490 w 5593163"/>
              <a:gd name="connsiteY878" fmla="*/ 3022706 h 4305008"/>
              <a:gd name="connsiteX879" fmla="*/ 608464 w 5593163"/>
              <a:gd name="connsiteY879" fmla="*/ 3022211 h 4305008"/>
              <a:gd name="connsiteX880" fmla="*/ 607965 w 5593163"/>
              <a:gd name="connsiteY880" fmla="*/ 3022244 h 4305008"/>
              <a:gd name="connsiteX881" fmla="*/ 607372 w 5593163"/>
              <a:gd name="connsiteY881" fmla="*/ 3010804 h 4305008"/>
              <a:gd name="connsiteX882" fmla="*/ 607372 w 5593163"/>
              <a:gd name="connsiteY882" fmla="*/ 3058630 h 4305008"/>
              <a:gd name="connsiteX883" fmla="*/ 607966 w 5593163"/>
              <a:gd name="connsiteY883" fmla="*/ 3047280 h 4305008"/>
              <a:gd name="connsiteX884" fmla="*/ 608464 w 5593163"/>
              <a:gd name="connsiteY884" fmla="*/ 3047312 h 4305008"/>
              <a:gd name="connsiteX885" fmla="*/ 608490 w 5593163"/>
              <a:gd name="connsiteY885" fmla="*/ 3046822 h 4305008"/>
              <a:gd name="connsiteX886" fmla="*/ 625577 w 5593163"/>
              <a:gd name="connsiteY886" fmla="*/ 3048432 h 4305008"/>
              <a:gd name="connsiteX887" fmla="*/ 721039 w 5593163"/>
              <a:gd name="connsiteY887" fmla="*/ 3057426 h 4305008"/>
              <a:gd name="connsiteX888" fmla="*/ 737251 w 5593163"/>
              <a:gd name="connsiteY888" fmla="*/ 3058953 h 4305008"/>
              <a:gd name="connsiteX889" fmla="*/ 737368 w 5593163"/>
              <a:gd name="connsiteY889" fmla="*/ 3060092 h 4305008"/>
              <a:gd name="connsiteX890" fmla="*/ 1427534 w 5593163"/>
              <a:gd name="connsiteY890" fmla="*/ 3747690 h 4305008"/>
              <a:gd name="connsiteX891" fmla="*/ 1428040 w 5593163"/>
              <a:gd name="connsiteY891" fmla="*/ 3747753 h 4305008"/>
              <a:gd name="connsiteX892" fmla="*/ 1428580 w 5593163"/>
              <a:gd name="connsiteY892" fmla="*/ 3754390 h 4305008"/>
              <a:gd name="connsiteX893" fmla="*/ 1436044 w 5593163"/>
              <a:gd name="connsiteY893" fmla="*/ 3846121 h 4305008"/>
              <a:gd name="connsiteX894" fmla="*/ 1437415 w 5593163"/>
              <a:gd name="connsiteY894" fmla="*/ 3862969 h 4305008"/>
              <a:gd name="connsiteX895" fmla="*/ 1436822 w 5593163"/>
              <a:gd name="connsiteY895" fmla="*/ 3874319 h 4305008"/>
              <a:gd name="connsiteX896" fmla="*/ 1436323 w 5593163"/>
              <a:gd name="connsiteY896" fmla="*/ 3874286 h 4305008"/>
              <a:gd name="connsiteX897" fmla="*/ 1436297 w 5593163"/>
              <a:gd name="connsiteY897" fmla="*/ 3874777 h 4305008"/>
              <a:gd name="connsiteX898" fmla="*/ 1419178 w 5593163"/>
              <a:gd name="connsiteY898" fmla="*/ 3873164 h 4305008"/>
              <a:gd name="connsiteX899" fmla="*/ 1323752 w 5593163"/>
              <a:gd name="connsiteY899" fmla="*/ 3864173 h 4305008"/>
              <a:gd name="connsiteX900" fmla="*/ 1307535 w 5593163"/>
              <a:gd name="connsiteY900" fmla="*/ 3862645 h 4305008"/>
              <a:gd name="connsiteX901" fmla="*/ 1307419 w 5593163"/>
              <a:gd name="connsiteY901" fmla="*/ 3861506 h 4305008"/>
              <a:gd name="connsiteX902" fmla="*/ 617253 w 5593163"/>
              <a:gd name="connsiteY902" fmla="*/ 3173908 h 4305008"/>
              <a:gd name="connsiteX903" fmla="*/ 616748 w 5593163"/>
              <a:gd name="connsiteY903" fmla="*/ 3173846 h 4305008"/>
              <a:gd name="connsiteX904" fmla="*/ 616209 w 5593163"/>
              <a:gd name="connsiteY904" fmla="*/ 3167222 h 4305008"/>
              <a:gd name="connsiteX905" fmla="*/ 608742 w 5593163"/>
              <a:gd name="connsiteY905" fmla="*/ 3075472 h 4305008"/>
              <a:gd name="connsiteX906" fmla="*/ 607372 w 5593163"/>
              <a:gd name="connsiteY906" fmla="*/ 3058630 h 4305008"/>
              <a:gd name="connsiteX907" fmla="*/ 0 w 5593163"/>
              <a:gd name="connsiteY907" fmla="*/ 116373 h 4305008"/>
              <a:gd name="connsiteX908" fmla="*/ 0 w 5593163"/>
              <a:gd name="connsiteY908" fmla="*/ 0 h 4305008"/>
              <a:gd name="connsiteX909" fmla="*/ 90880 w 5593163"/>
              <a:gd name="connsiteY909" fmla="*/ 0 h 4305008"/>
              <a:gd name="connsiteX910" fmla="*/ 22652 w 5593163"/>
              <a:gd name="connsiteY910" fmla="*/ 76659 h 4305008"/>
              <a:gd name="connsiteX911" fmla="*/ 0 w 5593163"/>
              <a:gd name="connsiteY911" fmla="*/ 443121 h 4305008"/>
              <a:gd name="connsiteX912" fmla="*/ 0 w 5593163"/>
              <a:gd name="connsiteY912" fmla="*/ 311637 h 4305008"/>
              <a:gd name="connsiteX913" fmla="*/ 82171 w 5593163"/>
              <a:gd name="connsiteY913" fmla="*/ 276703 h 4305008"/>
              <a:gd name="connsiteX914" fmla="*/ 348118 w 5593163"/>
              <a:gd name="connsiteY914" fmla="*/ 44350 h 4305008"/>
              <a:gd name="connsiteX915" fmla="*/ 370347 w 5593163"/>
              <a:gd name="connsiteY915" fmla="*/ 0 h 4305008"/>
              <a:gd name="connsiteX916" fmla="*/ 518984 w 5593163"/>
              <a:gd name="connsiteY916" fmla="*/ 0 h 4305008"/>
              <a:gd name="connsiteX917" fmla="*/ 467145 w 5593163"/>
              <a:gd name="connsiteY917" fmla="*/ 95636 h 4305008"/>
              <a:gd name="connsiteX918" fmla="*/ 13323 w 5593163"/>
              <a:gd name="connsiteY918" fmla="*/ 439959 h 4305008"/>
              <a:gd name="connsiteX919" fmla="*/ 0 w 5593163"/>
              <a:gd name="connsiteY919" fmla="*/ 1070142 h 4305008"/>
              <a:gd name="connsiteX920" fmla="*/ 0 w 5593163"/>
              <a:gd name="connsiteY920" fmla="*/ 862064 h 4305008"/>
              <a:gd name="connsiteX921" fmla="*/ 31905 w 5593163"/>
              <a:gd name="connsiteY921" fmla="*/ 912052 h 4305008"/>
              <a:gd name="connsiteX922" fmla="*/ 452455 w 5593163"/>
              <a:gd name="connsiteY922" fmla="*/ 1181049 h 4305008"/>
              <a:gd name="connsiteX923" fmla="*/ 9316 w 5593163"/>
              <a:gd name="connsiteY923" fmla="*/ 665484 h 4305008"/>
              <a:gd name="connsiteX924" fmla="*/ 0 w 5593163"/>
              <a:gd name="connsiteY924" fmla="*/ 662760 h 4305008"/>
              <a:gd name="connsiteX925" fmla="*/ 0 w 5593163"/>
              <a:gd name="connsiteY925" fmla="*/ 530567 h 4305008"/>
              <a:gd name="connsiteX926" fmla="*/ 26399 w 5593163"/>
              <a:gd name="connsiteY926" fmla="*/ 537107 h 4305008"/>
              <a:gd name="connsiteX927" fmla="*/ 585941 w 5593163"/>
              <a:gd name="connsiteY927" fmla="*/ 1197788 h 4305008"/>
              <a:gd name="connsiteX928" fmla="*/ 586447 w 5593163"/>
              <a:gd name="connsiteY928" fmla="*/ 1197851 h 4305008"/>
              <a:gd name="connsiteX929" fmla="*/ 586987 w 5593163"/>
              <a:gd name="connsiteY929" fmla="*/ 1204541 h 4305008"/>
              <a:gd name="connsiteX930" fmla="*/ 594451 w 5593163"/>
              <a:gd name="connsiteY930" fmla="*/ 1296998 h 4305008"/>
              <a:gd name="connsiteX931" fmla="*/ 595822 w 5593163"/>
              <a:gd name="connsiteY931" fmla="*/ 1313979 h 4305008"/>
              <a:gd name="connsiteX932" fmla="*/ 595229 w 5593163"/>
              <a:gd name="connsiteY932" fmla="*/ 1325419 h 4305008"/>
              <a:gd name="connsiteX933" fmla="*/ 594730 w 5593163"/>
              <a:gd name="connsiteY933" fmla="*/ 1325386 h 4305008"/>
              <a:gd name="connsiteX934" fmla="*/ 594704 w 5593163"/>
              <a:gd name="connsiteY934" fmla="*/ 1325881 h 4305008"/>
              <a:gd name="connsiteX935" fmla="*/ 577585 w 5593163"/>
              <a:gd name="connsiteY935" fmla="*/ 1324255 h 4305008"/>
              <a:gd name="connsiteX936" fmla="*/ 482159 w 5593163"/>
              <a:gd name="connsiteY936" fmla="*/ 1315193 h 4305008"/>
              <a:gd name="connsiteX937" fmla="*/ 465942 w 5593163"/>
              <a:gd name="connsiteY937" fmla="*/ 1313653 h 4305008"/>
              <a:gd name="connsiteX938" fmla="*/ 465826 w 5593163"/>
              <a:gd name="connsiteY938" fmla="*/ 1312505 h 4305008"/>
              <a:gd name="connsiteX939" fmla="*/ 5028 w 5593163"/>
              <a:gd name="connsiteY939" fmla="*/ 1076034 h 4305008"/>
              <a:gd name="connsiteX940" fmla="*/ 0 w 5593163"/>
              <a:gd name="connsiteY940" fmla="*/ 2139063 h 4305008"/>
              <a:gd name="connsiteX941" fmla="*/ 0 w 5593163"/>
              <a:gd name="connsiteY941" fmla="*/ 2007909 h 4305008"/>
              <a:gd name="connsiteX942" fmla="*/ 9314 w 5593163"/>
              <a:gd name="connsiteY942" fmla="*/ 2005207 h 4305008"/>
              <a:gd name="connsiteX943" fmla="*/ 452453 w 5593163"/>
              <a:gd name="connsiteY943" fmla="*/ 1493690 h 4305008"/>
              <a:gd name="connsiteX944" fmla="*/ 31903 w 5593163"/>
              <a:gd name="connsiteY944" fmla="*/ 1760575 h 4305008"/>
              <a:gd name="connsiteX945" fmla="*/ 0 w 5593163"/>
              <a:gd name="connsiteY945" fmla="*/ 1810167 h 4305008"/>
              <a:gd name="connsiteX946" fmla="*/ 0 w 5593163"/>
              <a:gd name="connsiteY946" fmla="*/ 1603724 h 4305008"/>
              <a:gd name="connsiteX947" fmla="*/ 5025 w 5593163"/>
              <a:gd name="connsiteY947" fmla="*/ 1597880 h 4305008"/>
              <a:gd name="connsiteX948" fmla="*/ 465823 w 5593163"/>
              <a:gd name="connsiteY948" fmla="*/ 1363267 h 4305008"/>
              <a:gd name="connsiteX949" fmla="*/ 465940 w 5593163"/>
              <a:gd name="connsiteY949" fmla="*/ 1362128 h 4305008"/>
              <a:gd name="connsiteX950" fmla="*/ 482153 w 5593163"/>
              <a:gd name="connsiteY950" fmla="*/ 1360601 h 4305008"/>
              <a:gd name="connsiteX951" fmla="*/ 577614 w 5593163"/>
              <a:gd name="connsiteY951" fmla="*/ 1351607 h 4305008"/>
              <a:gd name="connsiteX952" fmla="*/ 594702 w 5593163"/>
              <a:gd name="connsiteY952" fmla="*/ 1349997 h 4305008"/>
              <a:gd name="connsiteX953" fmla="*/ 594728 w 5593163"/>
              <a:gd name="connsiteY953" fmla="*/ 1350487 h 4305008"/>
              <a:gd name="connsiteX954" fmla="*/ 595226 w 5593163"/>
              <a:gd name="connsiteY954" fmla="*/ 1350455 h 4305008"/>
              <a:gd name="connsiteX955" fmla="*/ 595820 w 5593163"/>
              <a:gd name="connsiteY955" fmla="*/ 1361805 h 4305008"/>
              <a:gd name="connsiteX956" fmla="*/ 594449 w 5593163"/>
              <a:gd name="connsiteY956" fmla="*/ 1378647 h 4305008"/>
              <a:gd name="connsiteX957" fmla="*/ 586982 w 5593163"/>
              <a:gd name="connsiteY957" fmla="*/ 1470397 h 4305008"/>
              <a:gd name="connsiteX958" fmla="*/ 586444 w 5593163"/>
              <a:gd name="connsiteY958" fmla="*/ 1477021 h 4305008"/>
              <a:gd name="connsiteX959" fmla="*/ 585938 w 5593163"/>
              <a:gd name="connsiteY959" fmla="*/ 1477083 h 4305008"/>
              <a:gd name="connsiteX960" fmla="*/ 26396 w 5593163"/>
              <a:gd name="connsiteY960" fmla="*/ 2132575 h 4305008"/>
              <a:gd name="connsiteX961" fmla="*/ 0 w 5593163"/>
              <a:gd name="connsiteY961" fmla="*/ 2766967 h 4305008"/>
              <a:gd name="connsiteX962" fmla="*/ 0 w 5593163"/>
              <a:gd name="connsiteY962" fmla="*/ 2558889 h 4305008"/>
              <a:gd name="connsiteX963" fmla="*/ 31905 w 5593163"/>
              <a:gd name="connsiteY963" fmla="*/ 2608877 h 4305008"/>
              <a:gd name="connsiteX964" fmla="*/ 452455 w 5593163"/>
              <a:gd name="connsiteY964" fmla="*/ 2877874 h 4305008"/>
              <a:gd name="connsiteX965" fmla="*/ 9316 w 5593163"/>
              <a:gd name="connsiteY965" fmla="*/ 2362309 h 4305008"/>
              <a:gd name="connsiteX966" fmla="*/ 0 w 5593163"/>
              <a:gd name="connsiteY966" fmla="*/ 2359585 h 4305008"/>
              <a:gd name="connsiteX967" fmla="*/ 0 w 5593163"/>
              <a:gd name="connsiteY967" fmla="*/ 2227392 h 4305008"/>
              <a:gd name="connsiteX968" fmla="*/ 26399 w 5593163"/>
              <a:gd name="connsiteY968" fmla="*/ 2233932 h 4305008"/>
              <a:gd name="connsiteX969" fmla="*/ 585941 w 5593163"/>
              <a:gd name="connsiteY969" fmla="*/ 2894613 h 4305008"/>
              <a:gd name="connsiteX970" fmla="*/ 586447 w 5593163"/>
              <a:gd name="connsiteY970" fmla="*/ 2894676 h 4305008"/>
              <a:gd name="connsiteX971" fmla="*/ 586987 w 5593163"/>
              <a:gd name="connsiteY971" fmla="*/ 2901366 h 4305008"/>
              <a:gd name="connsiteX972" fmla="*/ 594451 w 5593163"/>
              <a:gd name="connsiteY972" fmla="*/ 2993823 h 4305008"/>
              <a:gd name="connsiteX973" fmla="*/ 595822 w 5593163"/>
              <a:gd name="connsiteY973" fmla="*/ 3010804 h 4305008"/>
              <a:gd name="connsiteX974" fmla="*/ 595229 w 5593163"/>
              <a:gd name="connsiteY974" fmla="*/ 3022244 h 4305008"/>
              <a:gd name="connsiteX975" fmla="*/ 594730 w 5593163"/>
              <a:gd name="connsiteY975" fmla="*/ 3022211 h 4305008"/>
              <a:gd name="connsiteX976" fmla="*/ 594704 w 5593163"/>
              <a:gd name="connsiteY976" fmla="*/ 3022706 h 4305008"/>
              <a:gd name="connsiteX977" fmla="*/ 577585 w 5593163"/>
              <a:gd name="connsiteY977" fmla="*/ 3021080 h 4305008"/>
              <a:gd name="connsiteX978" fmla="*/ 482159 w 5593163"/>
              <a:gd name="connsiteY978" fmla="*/ 3012018 h 4305008"/>
              <a:gd name="connsiteX979" fmla="*/ 465942 w 5593163"/>
              <a:gd name="connsiteY979" fmla="*/ 3010478 h 4305008"/>
              <a:gd name="connsiteX980" fmla="*/ 465826 w 5593163"/>
              <a:gd name="connsiteY980" fmla="*/ 3009330 h 4305008"/>
              <a:gd name="connsiteX981" fmla="*/ 5028 w 5593163"/>
              <a:gd name="connsiteY981" fmla="*/ 2772859 h 4305008"/>
              <a:gd name="connsiteX982" fmla="*/ 0 w 5593163"/>
              <a:gd name="connsiteY982" fmla="*/ 3835888 h 4305008"/>
              <a:gd name="connsiteX983" fmla="*/ 0 w 5593163"/>
              <a:gd name="connsiteY983" fmla="*/ 3704734 h 4305008"/>
              <a:gd name="connsiteX984" fmla="*/ 9314 w 5593163"/>
              <a:gd name="connsiteY984" fmla="*/ 3702032 h 4305008"/>
              <a:gd name="connsiteX985" fmla="*/ 452453 w 5593163"/>
              <a:gd name="connsiteY985" fmla="*/ 3190516 h 4305008"/>
              <a:gd name="connsiteX986" fmla="*/ 31903 w 5593163"/>
              <a:gd name="connsiteY986" fmla="*/ 3457400 h 4305008"/>
              <a:gd name="connsiteX987" fmla="*/ 0 w 5593163"/>
              <a:gd name="connsiteY987" fmla="*/ 3506992 h 4305008"/>
              <a:gd name="connsiteX988" fmla="*/ 0 w 5593163"/>
              <a:gd name="connsiteY988" fmla="*/ 3300549 h 4305008"/>
              <a:gd name="connsiteX989" fmla="*/ 5025 w 5593163"/>
              <a:gd name="connsiteY989" fmla="*/ 3294705 h 4305008"/>
              <a:gd name="connsiteX990" fmla="*/ 465823 w 5593163"/>
              <a:gd name="connsiteY990" fmla="*/ 3060092 h 4305008"/>
              <a:gd name="connsiteX991" fmla="*/ 465940 w 5593163"/>
              <a:gd name="connsiteY991" fmla="*/ 3058953 h 4305008"/>
              <a:gd name="connsiteX992" fmla="*/ 482153 w 5593163"/>
              <a:gd name="connsiteY992" fmla="*/ 3057426 h 4305008"/>
              <a:gd name="connsiteX993" fmla="*/ 577614 w 5593163"/>
              <a:gd name="connsiteY993" fmla="*/ 3048432 h 4305008"/>
              <a:gd name="connsiteX994" fmla="*/ 594702 w 5593163"/>
              <a:gd name="connsiteY994" fmla="*/ 3046822 h 4305008"/>
              <a:gd name="connsiteX995" fmla="*/ 594728 w 5593163"/>
              <a:gd name="connsiteY995" fmla="*/ 3047312 h 4305008"/>
              <a:gd name="connsiteX996" fmla="*/ 595226 w 5593163"/>
              <a:gd name="connsiteY996" fmla="*/ 3047280 h 4305008"/>
              <a:gd name="connsiteX997" fmla="*/ 595820 w 5593163"/>
              <a:gd name="connsiteY997" fmla="*/ 3058630 h 4305008"/>
              <a:gd name="connsiteX998" fmla="*/ 594449 w 5593163"/>
              <a:gd name="connsiteY998" fmla="*/ 3075472 h 4305008"/>
              <a:gd name="connsiteX999" fmla="*/ 586982 w 5593163"/>
              <a:gd name="connsiteY999" fmla="*/ 3167222 h 4305008"/>
              <a:gd name="connsiteX1000" fmla="*/ 586444 w 5593163"/>
              <a:gd name="connsiteY1000" fmla="*/ 3173846 h 4305008"/>
              <a:gd name="connsiteX1001" fmla="*/ 585938 w 5593163"/>
              <a:gd name="connsiteY1001" fmla="*/ 3173908 h 4305008"/>
              <a:gd name="connsiteX1002" fmla="*/ 26396 w 5593163"/>
              <a:gd name="connsiteY1002" fmla="*/ 3829400 h 4305008"/>
              <a:gd name="connsiteX1003" fmla="*/ 0 w 5593163"/>
              <a:gd name="connsiteY1003" fmla="*/ 4056079 h 4305008"/>
              <a:gd name="connsiteX1004" fmla="*/ 0 w 5593163"/>
              <a:gd name="connsiteY1004" fmla="*/ 3923091 h 4305008"/>
              <a:gd name="connsiteX1005" fmla="*/ 9850 w 5593163"/>
              <a:gd name="connsiteY1005" fmla="*/ 3925425 h 4305008"/>
              <a:gd name="connsiteX1006" fmla="*/ 456028 w 5593163"/>
              <a:gd name="connsiteY1006" fmla="*/ 4255797 h 4305008"/>
              <a:gd name="connsiteX1007" fmla="*/ 484473 w 5593163"/>
              <a:gd name="connsiteY1007" fmla="*/ 4305008 h 4305008"/>
              <a:gd name="connsiteX1008" fmla="*/ 333423 w 5593163"/>
              <a:gd name="connsiteY1008" fmla="*/ 4305008 h 4305008"/>
              <a:gd name="connsiteX1009" fmla="*/ 281300 w 5593163"/>
              <a:gd name="connsiteY1009" fmla="*/ 4241205 h 4305008"/>
              <a:gd name="connsiteX1010" fmla="*/ 75476 w 5593163"/>
              <a:gd name="connsiteY1010" fmla="*/ 4087725 h 4305008"/>
              <a:gd name="connsiteX1011" fmla="*/ 0 w 5593163"/>
              <a:gd name="connsiteY1011" fmla="*/ 4305008 h 4305008"/>
              <a:gd name="connsiteX1012" fmla="*/ 0 w 5593163"/>
              <a:gd name="connsiteY1012" fmla="*/ 4256099 h 4305008"/>
              <a:gd name="connsiteX1013" fmla="*/ 8327 w 5593163"/>
              <a:gd name="connsiteY1013" fmla="*/ 4271827 h 4305008"/>
              <a:gd name="connsiteX1014" fmla="*/ 35009 w 5593163"/>
              <a:gd name="connsiteY1014" fmla="*/ 4305008 h 430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</a:cxnLst>
            <a:rect l="l" t="t" r="r" b="b"/>
            <a:pathLst>
              <a:path w="5593163" h="4305008">
                <a:moveTo>
                  <a:pt x="4985599" y="636203"/>
                </a:moveTo>
                <a:cubicBezTo>
                  <a:pt x="5038875" y="907109"/>
                  <a:pt x="5253718" y="1121906"/>
                  <a:pt x="5528908" y="1181049"/>
                </a:cubicBezTo>
                <a:cubicBezTo>
                  <a:pt x="5475633" y="910143"/>
                  <a:pt x="5260789" y="695346"/>
                  <a:pt x="4985599" y="636203"/>
                </a:cubicBezTo>
                <a:close/>
                <a:moveTo>
                  <a:pt x="4985599" y="2333028"/>
                </a:moveTo>
                <a:cubicBezTo>
                  <a:pt x="5038875" y="2603934"/>
                  <a:pt x="5253718" y="2818731"/>
                  <a:pt x="5528908" y="2877874"/>
                </a:cubicBezTo>
                <a:cubicBezTo>
                  <a:pt x="5475633" y="2606968"/>
                  <a:pt x="5260789" y="2392171"/>
                  <a:pt x="4985599" y="2333028"/>
                </a:cubicBezTo>
                <a:close/>
                <a:moveTo>
                  <a:pt x="4985597" y="2034258"/>
                </a:moveTo>
                <a:cubicBezTo>
                  <a:pt x="5260787" y="1975579"/>
                  <a:pt x="5475630" y="1762469"/>
                  <a:pt x="5528906" y="1493690"/>
                </a:cubicBezTo>
                <a:cubicBezTo>
                  <a:pt x="5253716" y="1552369"/>
                  <a:pt x="5038872" y="1765479"/>
                  <a:pt x="4985597" y="2034258"/>
                </a:cubicBezTo>
                <a:close/>
                <a:moveTo>
                  <a:pt x="4985597" y="3731083"/>
                </a:moveTo>
                <a:cubicBezTo>
                  <a:pt x="5260787" y="3672404"/>
                  <a:pt x="5475630" y="3459294"/>
                  <a:pt x="5528906" y="3190516"/>
                </a:cubicBezTo>
                <a:cubicBezTo>
                  <a:pt x="5253716" y="3249194"/>
                  <a:pt x="5038872" y="3462304"/>
                  <a:pt x="4985597" y="3731083"/>
                </a:cubicBezTo>
                <a:close/>
                <a:moveTo>
                  <a:pt x="4842232" y="503273"/>
                </a:moveTo>
                <a:lnTo>
                  <a:pt x="4842826" y="491833"/>
                </a:lnTo>
                <a:lnTo>
                  <a:pt x="4843324" y="491866"/>
                </a:lnTo>
                <a:lnTo>
                  <a:pt x="4843350" y="491372"/>
                </a:lnTo>
                <a:lnTo>
                  <a:pt x="4860437" y="492995"/>
                </a:lnTo>
                <a:cubicBezTo>
                  <a:pt x="4892823" y="493522"/>
                  <a:pt x="4924716" y="496503"/>
                  <a:pt x="4955899" y="502060"/>
                </a:cubicBezTo>
                <a:cubicBezTo>
                  <a:pt x="4961475" y="501641"/>
                  <a:pt x="4966803" y="502589"/>
                  <a:pt x="4972112" y="503599"/>
                </a:cubicBezTo>
                <a:lnTo>
                  <a:pt x="4972229" y="504747"/>
                </a:lnTo>
                <a:cubicBezTo>
                  <a:pt x="5241367" y="549296"/>
                  <a:pt x="5466735" y="718370"/>
                  <a:pt x="5583809" y="948988"/>
                </a:cubicBezTo>
                <a:lnTo>
                  <a:pt x="5593163" y="971822"/>
                </a:lnTo>
                <a:lnTo>
                  <a:pt x="5593163" y="1318474"/>
                </a:lnTo>
                <a:lnTo>
                  <a:pt x="5558612" y="1315193"/>
                </a:lnTo>
                <a:cubicBezTo>
                  <a:pt x="5553035" y="1315612"/>
                  <a:pt x="5547706" y="1314664"/>
                  <a:pt x="5542395" y="1313653"/>
                </a:cubicBezTo>
                <a:lnTo>
                  <a:pt x="5542279" y="1312505"/>
                </a:lnTo>
                <a:cubicBezTo>
                  <a:pt x="5183428" y="1253106"/>
                  <a:pt x="4902389" y="972329"/>
                  <a:pt x="4852114" y="619464"/>
                </a:cubicBezTo>
                <a:cubicBezTo>
                  <a:pt x="4851946" y="619411"/>
                  <a:pt x="4851778" y="619406"/>
                  <a:pt x="4851608" y="619401"/>
                </a:cubicBezTo>
                <a:lnTo>
                  <a:pt x="4851070" y="612725"/>
                </a:lnTo>
                <a:cubicBezTo>
                  <a:pt x="4846011" y="582475"/>
                  <a:pt x="4843560" y="551584"/>
                  <a:pt x="4843603" y="520249"/>
                </a:cubicBezTo>
                <a:cubicBezTo>
                  <a:pt x="4842291" y="514621"/>
                  <a:pt x="4842232" y="508954"/>
                  <a:pt x="4842232" y="503273"/>
                </a:cubicBezTo>
                <a:close/>
                <a:moveTo>
                  <a:pt x="4842232" y="2200098"/>
                </a:moveTo>
                <a:lnTo>
                  <a:pt x="4842826" y="2188658"/>
                </a:lnTo>
                <a:lnTo>
                  <a:pt x="4843324" y="2188691"/>
                </a:lnTo>
                <a:lnTo>
                  <a:pt x="4843350" y="2188197"/>
                </a:lnTo>
                <a:lnTo>
                  <a:pt x="4860437" y="2189820"/>
                </a:lnTo>
                <a:cubicBezTo>
                  <a:pt x="4892823" y="2190347"/>
                  <a:pt x="4924716" y="2193328"/>
                  <a:pt x="4955899" y="2198885"/>
                </a:cubicBezTo>
                <a:cubicBezTo>
                  <a:pt x="4961475" y="2198466"/>
                  <a:pt x="4966803" y="2199414"/>
                  <a:pt x="4972112" y="2200424"/>
                </a:cubicBezTo>
                <a:lnTo>
                  <a:pt x="4972229" y="2201572"/>
                </a:lnTo>
                <a:cubicBezTo>
                  <a:pt x="5241367" y="2246121"/>
                  <a:pt x="5466735" y="2415195"/>
                  <a:pt x="5583809" y="2645813"/>
                </a:cubicBezTo>
                <a:lnTo>
                  <a:pt x="5593163" y="2668647"/>
                </a:lnTo>
                <a:lnTo>
                  <a:pt x="5593163" y="3015299"/>
                </a:lnTo>
                <a:lnTo>
                  <a:pt x="5558612" y="3012018"/>
                </a:lnTo>
                <a:cubicBezTo>
                  <a:pt x="5553035" y="3012437"/>
                  <a:pt x="5547706" y="3011489"/>
                  <a:pt x="5542395" y="3010478"/>
                </a:cubicBezTo>
                <a:lnTo>
                  <a:pt x="5542279" y="3009330"/>
                </a:lnTo>
                <a:cubicBezTo>
                  <a:pt x="5183428" y="2949931"/>
                  <a:pt x="4902389" y="2669154"/>
                  <a:pt x="4852114" y="2316289"/>
                </a:cubicBezTo>
                <a:cubicBezTo>
                  <a:pt x="4851946" y="2316236"/>
                  <a:pt x="4851778" y="2316231"/>
                  <a:pt x="4851608" y="2316226"/>
                </a:cubicBezTo>
                <a:lnTo>
                  <a:pt x="4851070" y="2309550"/>
                </a:lnTo>
                <a:cubicBezTo>
                  <a:pt x="4846011" y="2279300"/>
                  <a:pt x="4843560" y="2248409"/>
                  <a:pt x="4843603" y="2217074"/>
                </a:cubicBezTo>
                <a:cubicBezTo>
                  <a:pt x="4842291" y="2211446"/>
                  <a:pt x="4842232" y="2205779"/>
                  <a:pt x="4842232" y="2200098"/>
                </a:cubicBezTo>
                <a:close/>
                <a:moveTo>
                  <a:pt x="4842232" y="3896923"/>
                </a:moveTo>
                <a:lnTo>
                  <a:pt x="4842826" y="3885483"/>
                </a:lnTo>
                <a:lnTo>
                  <a:pt x="4843324" y="3885516"/>
                </a:lnTo>
                <a:lnTo>
                  <a:pt x="4843350" y="3885022"/>
                </a:lnTo>
                <a:lnTo>
                  <a:pt x="4860437" y="3886645"/>
                </a:lnTo>
                <a:cubicBezTo>
                  <a:pt x="4892823" y="3887172"/>
                  <a:pt x="4924716" y="3890153"/>
                  <a:pt x="4955899" y="3895710"/>
                </a:cubicBezTo>
                <a:cubicBezTo>
                  <a:pt x="4961475" y="3895291"/>
                  <a:pt x="4966803" y="3896239"/>
                  <a:pt x="4972112" y="3897249"/>
                </a:cubicBezTo>
                <a:lnTo>
                  <a:pt x="4972229" y="3898397"/>
                </a:lnTo>
                <a:cubicBezTo>
                  <a:pt x="5206288" y="3937139"/>
                  <a:pt x="5407245" y="4070062"/>
                  <a:pt x="5532481" y="4255797"/>
                </a:cubicBezTo>
                <a:lnTo>
                  <a:pt x="5560926" y="4305008"/>
                </a:lnTo>
                <a:lnTo>
                  <a:pt x="5409877" y="4305008"/>
                </a:lnTo>
                <a:lnTo>
                  <a:pt x="5357754" y="4241205"/>
                </a:lnTo>
                <a:cubicBezTo>
                  <a:pt x="5261058" y="4136681"/>
                  <a:pt x="5131850" y="4061285"/>
                  <a:pt x="4985599" y="4029853"/>
                </a:cubicBezTo>
                <a:cubicBezTo>
                  <a:pt x="5002846" y="4117553"/>
                  <a:pt x="5037026" y="4199373"/>
                  <a:pt x="5084780" y="4271827"/>
                </a:cubicBezTo>
                <a:lnTo>
                  <a:pt x="5111462" y="4305008"/>
                </a:lnTo>
                <a:lnTo>
                  <a:pt x="4957353" y="4305008"/>
                </a:lnTo>
                <a:lnTo>
                  <a:pt x="4927231" y="4254710"/>
                </a:lnTo>
                <a:cubicBezTo>
                  <a:pt x="4890029" y="4179889"/>
                  <a:pt x="4864297" y="4098618"/>
                  <a:pt x="4852114" y="4013114"/>
                </a:cubicBezTo>
                <a:cubicBezTo>
                  <a:pt x="4851946" y="4013061"/>
                  <a:pt x="4851778" y="4013056"/>
                  <a:pt x="4851608" y="4013051"/>
                </a:cubicBezTo>
                <a:lnTo>
                  <a:pt x="4851070" y="4006375"/>
                </a:lnTo>
                <a:cubicBezTo>
                  <a:pt x="4846011" y="3976125"/>
                  <a:pt x="4843560" y="3945234"/>
                  <a:pt x="4843603" y="3913899"/>
                </a:cubicBezTo>
                <a:cubicBezTo>
                  <a:pt x="4842291" y="3908271"/>
                  <a:pt x="4842232" y="3902604"/>
                  <a:pt x="4842232" y="3896923"/>
                </a:cubicBezTo>
                <a:close/>
                <a:moveTo>
                  <a:pt x="4842230" y="469318"/>
                </a:moveTo>
                <a:cubicBezTo>
                  <a:pt x="4842230" y="463681"/>
                  <a:pt x="4842289" y="458057"/>
                  <a:pt x="4843601" y="452471"/>
                </a:cubicBezTo>
                <a:cubicBezTo>
                  <a:pt x="4843558" y="421389"/>
                  <a:pt x="4846008" y="390746"/>
                  <a:pt x="4851065" y="360740"/>
                </a:cubicBezTo>
                <a:lnTo>
                  <a:pt x="4851605" y="354103"/>
                </a:lnTo>
                <a:cubicBezTo>
                  <a:pt x="4851774" y="354098"/>
                  <a:pt x="4851943" y="354093"/>
                  <a:pt x="4852110" y="354040"/>
                </a:cubicBezTo>
                <a:cubicBezTo>
                  <a:pt x="4865262" y="262463"/>
                  <a:pt x="4894203" y="175780"/>
                  <a:pt x="4936323" y="96778"/>
                </a:cubicBezTo>
                <a:lnTo>
                  <a:pt x="4998957" y="0"/>
                </a:lnTo>
                <a:lnTo>
                  <a:pt x="5167333" y="0"/>
                </a:lnTo>
                <a:lnTo>
                  <a:pt x="5099105" y="76659"/>
                </a:lnTo>
                <a:cubicBezTo>
                  <a:pt x="5043838" y="153496"/>
                  <a:pt x="5004523" y="241952"/>
                  <a:pt x="4985597" y="337433"/>
                </a:cubicBezTo>
                <a:cubicBezTo>
                  <a:pt x="5168636" y="298404"/>
                  <a:pt x="5324978" y="191052"/>
                  <a:pt x="5424571" y="44350"/>
                </a:cubicBezTo>
                <a:lnTo>
                  <a:pt x="5446799" y="0"/>
                </a:lnTo>
                <a:lnTo>
                  <a:pt x="5593163" y="0"/>
                </a:lnTo>
                <a:lnTo>
                  <a:pt x="5593163" y="4197"/>
                </a:lnTo>
                <a:lnTo>
                  <a:pt x="5543598" y="95636"/>
                </a:lnTo>
                <a:cubicBezTo>
                  <a:pt x="5419825" y="289169"/>
                  <a:pt x="5213633" y="428211"/>
                  <a:pt x="4972226" y="467856"/>
                </a:cubicBezTo>
                <a:lnTo>
                  <a:pt x="4972110" y="468995"/>
                </a:lnTo>
                <a:cubicBezTo>
                  <a:pt x="4966799" y="469998"/>
                  <a:pt x="4961470" y="470939"/>
                  <a:pt x="4955893" y="470523"/>
                </a:cubicBezTo>
                <a:cubicBezTo>
                  <a:pt x="4924721" y="476033"/>
                  <a:pt x="4892841" y="478991"/>
                  <a:pt x="4860466" y="479514"/>
                </a:cubicBezTo>
                <a:lnTo>
                  <a:pt x="4843348" y="481127"/>
                </a:lnTo>
                <a:lnTo>
                  <a:pt x="4843322" y="480636"/>
                </a:lnTo>
                <a:lnTo>
                  <a:pt x="4842823" y="480669"/>
                </a:lnTo>
                <a:cubicBezTo>
                  <a:pt x="4842257" y="476896"/>
                  <a:pt x="4842230" y="473110"/>
                  <a:pt x="4842230" y="469318"/>
                </a:cubicBezTo>
                <a:close/>
                <a:moveTo>
                  <a:pt x="4842230" y="2166144"/>
                </a:moveTo>
                <a:cubicBezTo>
                  <a:pt x="4842230" y="2160506"/>
                  <a:pt x="4842289" y="2154882"/>
                  <a:pt x="4843601" y="2149296"/>
                </a:cubicBezTo>
                <a:cubicBezTo>
                  <a:pt x="4843558" y="2118214"/>
                  <a:pt x="4846008" y="2087572"/>
                  <a:pt x="4851065" y="2057565"/>
                </a:cubicBezTo>
                <a:lnTo>
                  <a:pt x="4851605" y="2050928"/>
                </a:lnTo>
                <a:cubicBezTo>
                  <a:pt x="4851774" y="2050923"/>
                  <a:pt x="4851943" y="2050918"/>
                  <a:pt x="4852110" y="2050865"/>
                </a:cubicBezTo>
                <a:cubicBezTo>
                  <a:pt x="4902387" y="1700770"/>
                  <a:pt x="5183426" y="1422199"/>
                  <a:pt x="5542276" y="1363267"/>
                </a:cubicBezTo>
                <a:lnTo>
                  <a:pt x="5542393" y="1362128"/>
                </a:lnTo>
                <a:cubicBezTo>
                  <a:pt x="5547702" y="1361126"/>
                  <a:pt x="5553030" y="1360185"/>
                  <a:pt x="5558606" y="1360601"/>
                </a:cubicBezTo>
                <a:lnTo>
                  <a:pt x="5593163" y="1357345"/>
                </a:lnTo>
                <a:lnTo>
                  <a:pt x="5593163" y="1701268"/>
                </a:lnTo>
                <a:lnTo>
                  <a:pt x="5583807" y="1723929"/>
                </a:lnTo>
                <a:cubicBezTo>
                  <a:pt x="5466733" y="1952736"/>
                  <a:pt x="5241364" y="2120482"/>
                  <a:pt x="4972226" y="2164681"/>
                </a:cubicBezTo>
                <a:lnTo>
                  <a:pt x="4972110" y="2165820"/>
                </a:lnTo>
                <a:cubicBezTo>
                  <a:pt x="4966799" y="2166823"/>
                  <a:pt x="4961470" y="2167764"/>
                  <a:pt x="4955893" y="2167348"/>
                </a:cubicBezTo>
                <a:cubicBezTo>
                  <a:pt x="4924721" y="2172858"/>
                  <a:pt x="4892841" y="2175816"/>
                  <a:pt x="4860466" y="2176339"/>
                </a:cubicBezTo>
                <a:lnTo>
                  <a:pt x="4843348" y="2177952"/>
                </a:lnTo>
                <a:lnTo>
                  <a:pt x="4843322" y="2177461"/>
                </a:lnTo>
                <a:lnTo>
                  <a:pt x="4842823" y="2177494"/>
                </a:lnTo>
                <a:cubicBezTo>
                  <a:pt x="4842257" y="2173722"/>
                  <a:pt x="4842230" y="2169936"/>
                  <a:pt x="4842230" y="2166144"/>
                </a:cubicBezTo>
                <a:close/>
                <a:moveTo>
                  <a:pt x="4842230" y="3862969"/>
                </a:moveTo>
                <a:cubicBezTo>
                  <a:pt x="4842230" y="3857331"/>
                  <a:pt x="4842289" y="3851707"/>
                  <a:pt x="4843601" y="3846121"/>
                </a:cubicBezTo>
                <a:cubicBezTo>
                  <a:pt x="4843558" y="3815039"/>
                  <a:pt x="4846008" y="3784397"/>
                  <a:pt x="4851065" y="3754390"/>
                </a:cubicBezTo>
                <a:lnTo>
                  <a:pt x="4851605" y="3747753"/>
                </a:lnTo>
                <a:cubicBezTo>
                  <a:pt x="4851774" y="3747748"/>
                  <a:pt x="4851943" y="3747743"/>
                  <a:pt x="4852110" y="3747690"/>
                </a:cubicBezTo>
                <a:cubicBezTo>
                  <a:pt x="4902387" y="3397595"/>
                  <a:pt x="5183426" y="3119024"/>
                  <a:pt x="5542276" y="3060092"/>
                </a:cubicBezTo>
                <a:lnTo>
                  <a:pt x="5542393" y="3058953"/>
                </a:lnTo>
                <a:cubicBezTo>
                  <a:pt x="5547702" y="3057951"/>
                  <a:pt x="5553030" y="3057010"/>
                  <a:pt x="5558606" y="3057426"/>
                </a:cubicBezTo>
                <a:lnTo>
                  <a:pt x="5593163" y="3054170"/>
                </a:lnTo>
                <a:lnTo>
                  <a:pt x="5593163" y="3398093"/>
                </a:lnTo>
                <a:lnTo>
                  <a:pt x="5583807" y="3420754"/>
                </a:lnTo>
                <a:cubicBezTo>
                  <a:pt x="5466733" y="3649560"/>
                  <a:pt x="5241364" y="3817307"/>
                  <a:pt x="4972226" y="3861506"/>
                </a:cubicBezTo>
                <a:lnTo>
                  <a:pt x="4972110" y="3862645"/>
                </a:lnTo>
                <a:cubicBezTo>
                  <a:pt x="4966799" y="3863648"/>
                  <a:pt x="4961470" y="3864589"/>
                  <a:pt x="4955893" y="3864173"/>
                </a:cubicBezTo>
                <a:cubicBezTo>
                  <a:pt x="4924721" y="3869683"/>
                  <a:pt x="4892841" y="3872641"/>
                  <a:pt x="4860466" y="3873164"/>
                </a:cubicBezTo>
                <a:lnTo>
                  <a:pt x="4843348" y="3874777"/>
                </a:lnTo>
                <a:lnTo>
                  <a:pt x="4843322" y="3874286"/>
                </a:lnTo>
                <a:lnTo>
                  <a:pt x="4842823" y="3874319"/>
                </a:lnTo>
                <a:cubicBezTo>
                  <a:pt x="4842257" y="3870547"/>
                  <a:pt x="4842230" y="3866761"/>
                  <a:pt x="4842230" y="3862969"/>
                </a:cubicBezTo>
                <a:close/>
                <a:moveTo>
                  <a:pt x="4135041" y="1181049"/>
                </a:moveTo>
                <a:cubicBezTo>
                  <a:pt x="4410231" y="1121906"/>
                  <a:pt x="4625074" y="907109"/>
                  <a:pt x="4678350" y="636203"/>
                </a:cubicBezTo>
                <a:cubicBezTo>
                  <a:pt x="4403160" y="695346"/>
                  <a:pt x="4188316" y="910143"/>
                  <a:pt x="4135041" y="1181049"/>
                </a:cubicBezTo>
                <a:close/>
                <a:moveTo>
                  <a:pt x="4135041" y="1493690"/>
                </a:moveTo>
                <a:cubicBezTo>
                  <a:pt x="4188317" y="1762469"/>
                  <a:pt x="4403160" y="1975579"/>
                  <a:pt x="4678350" y="2034258"/>
                </a:cubicBezTo>
                <a:cubicBezTo>
                  <a:pt x="4625075" y="1765479"/>
                  <a:pt x="4410231" y="1552369"/>
                  <a:pt x="4135041" y="1493690"/>
                </a:cubicBezTo>
                <a:close/>
                <a:moveTo>
                  <a:pt x="4135041" y="2877874"/>
                </a:moveTo>
                <a:cubicBezTo>
                  <a:pt x="4410231" y="2818731"/>
                  <a:pt x="4625074" y="2603934"/>
                  <a:pt x="4678350" y="2333028"/>
                </a:cubicBezTo>
                <a:cubicBezTo>
                  <a:pt x="4403160" y="2392171"/>
                  <a:pt x="4188316" y="2606968"/>
                  <a:pt x="4135041" y="2877874"/>
                </a:cubicBezTo>
                <a:close/>
                <a:moveTo>
                  <a:pt x="4135041" y="3190516"/>
                </a:moveTo>
                <a:cubicBezTo>
                  <a:pt x="4188317" y="3459294"/>
                  <a:pt x="4403160" y="3672404"/>
                  <a:pt x="4678350" y="3731083"/>
                </a:cubicBezTo>
                <a:cubicBezTo>
                  <a:pt x="4625075" y="3462304"/>
                  <a:pt x="4410231" y="3249194"/>
                  <a:pt x="4135041" y="3190516"/>
                </a:cubicBezTo>
                <a:close/>
                <a:moveTo>
                  <a:pt x="4103022" y="4305008"/>
                </a:moveTo>
                <a:lnTo>
                  <a:pt x="4131467" y="4255797"/>
                </a:lnTo>
                <a:cubicBezTo>
                  <a:pt x="4256704" y="4070062"/>
                  <a:pt x="4457661" y="3937139"/>
                  <a:pt x="4691720" y="3898397"/>
                </a:cubicBezTo>
                <a:lnTo>
                  <a:pt x="4691837" y="3897249"/>
                </a:lnTo>
                <a:cubicBezTo>
                  <a:pt x="4697146" y="3896239"/>
                  <a:pt x="4702474" y="3895291"/>
                  <a:pt x="4708050" y="3895710"/>
                </a:cubicBezTo>
                <a:cubicBezTo>
                  <a:pt x="4739233" y="3890153"/>
                  <a:pt x="4771126" y="3887172"/>
                  <a:pt x="4803512" y="3886645"/>
                </a:cubicBezTo>
                <a:lnTo>
                  <a:pt x="4820599" y="3885022"/>
                </a:lnTo>
                <a:lnTo>
                  <a:pt x="4820625" y="3885516"/>
                </a:lnTo>
                <a:lnTo>
                  <a:pt x="4821123" y="3885483"/>
                </a:lnTo>
                <a:lnTo>
                  <a:pt x="4821717" y="3896923"/>
                </a:lnTo>
                <a:cubicBezTo>
                  <a:pt x="4821717" y="3902604"/>
                  <a:pt x="4821658" y="3908271"/>
                  <a:pt x="4820346" y="3913899"/>
                </a:cubicBezTo>
                <a:cubicBezTo>
                  <a:pt x="4820389" y="3945234"/>
                  <a:pt x="4817938" y="3976125"/>
                  <a:pt x="4812879" y="4006375"/>
                </a:cubicBezTo>
                <a:lnTo>
                  <a:pt x="4812341" y="4013051"/>
                </a:lnTo>
                <a:cubicBezTo>
                  <a:pt x="4812171" y="4013056"/>
                  <a:pt x="4812003" y="4013061"/>
                  <a:pt x="4811835" y="4013114"/>
                </a:cubicBezTo>
                <a:cubicBezTo>
                  <a:pt x="4799653" y="4098618"/>
                  <a:pt x="4773921" y="4179889"/>
                  <a:pt x="4736718" y="4254710"/>
                </a:cubicBezTo>
                <a:lnTo>
                  <a:pt x="4706597" y="4305008"/>
                </a:lnTo>
                <a:lnTo>
                  <a:pt x="4552487" y="4305008"/>
                </a:lnTo>
                <a:lnTo>
                  <a:pt x="4579169" y="4271827"/>
                </a:lnTo>
                <a:cubicBezTo>
                  <a:pt x="4626924" y="4199373"/>
                  <a:pt x="4661103" y="4117553"/>
                  <a:pt x="4678350" y="4029853"/>
                </a:cubicBezTo>
                <a:cubicBezTo>
                  <a:pt x="4532099" y="4061285"/>
                  <a:pt x="4402892" y="4136681"/>
                  <a:pt x="4306196" y="4241205"/>
                </a:cubicBezTo>
                <a:lnTo>
                  <a:pt x="4254073" y="4305008"/>
                </a:lnTo>
                <a:close/>
                <a:moveTo>
                  <a:pt x="4068511" y="0"/>
                </a:moveTo>
                <a:lnTo>
                  <a:pt x="4217148" y="0"/>
                </a:lnTo>
                <a:lnTo>
                  <a:pt x="4239376" y="44350"/>
                </a:lnTo>
                <a:cubicBezTo>
                  <a:pt x="4338970" y="191052"/>
                  <a:pt x="4495311" y="298404"/>
                  <a:pt x="4678350" y="337433"/>
                </a:cubicBezTo>
                <a:cubicBezTo>
                  <a:pt x="4659425" y="241952"/>
                  <a:pt x="4620110" y="153496"/>
                  <a:pt x="4564842" y="76659"/>
                </a:cubicBezTo>
                <a:lnTo>
                  <a:pt x="4496615" y="0"/>
                </a:lnTo>
                <a:lnTo>
                  <a:pt x="4664989" y="0"/>
                </a:lnTo>
                <a:lnTo>
                  <a:pt x="4727623" y="96778"/>
                </a:lnTo>
                <a:cubicBezTo>
                  <a:pt x="4769744" y="175780"/>
                  <a:pt x="4798685" y="262463"/>
                  <a:pt x="4811836" y="354040"/>
                </a:cubicBezTo>
                <a:cubicBezTo>
                  <a:pt x="4812004" y="354093"/>
                  <a:pt x="4812173" y="354098"/>
                  <a:pt x="4812342" y="354103"/>
                </a:cubicBezTo>
                <a:lnTo>
                  <a:pt x="4812882" y="360740"/>
                </a:lnTo>
                <a:cubicBezTo>
                  <a:pt x="4817939" y="390746"/>
                  <a:pt x="4820389" y="421389"/>
                  <a:pt x="4820346" y="452471"/>
                </a:cubicBezTo>
                <a:cubicBezTo>
                  <a:pt x="4821658" y="458057"/>
                  <a:pt x="4821717" y="463681"/>
                  <a:pt x="4821717" y="469318"/>
                </a:cubicBezTo>
                <a:cubicBezTo>
                  <a:pt x="4821717" y="473110"/>
                  <a:pt x="4821690" y="476896"/>
                  <a:pt x="4821124" y="480669"/>
                </a:cubicBezTo>
                <a:lnTo>
                  <a:pt x="4820625" y="480636"/>
                </a:lnTo>
                <a:lnTo>
                  <a:pt x="4820599" y="481127"/>
                </a:lnTo>
                <a:lnTo>
                  <a:pt x="4803481" y="479514"/>
                </a:lnTo>
                <a:cubicBezTo>
                  <a:pt x="4771106" y="478991"/>
                  <a:pt x="4739226" y="476033"/>
                  <a:pt x="4708054" y="470523"/>
                </a:cubicBezTo>
                <a:cubicBezTo>
                  <a:pt x="4702477" y="470939"/>
                  <a:pt x="4697148" y="469998"/>
                  <a:pt x="4691837" y="468995"/>
                </a:cubicBezTo>
                <a:lnTo>
                  <a:pt x="4691721" y="467856"/>
                </a:lnTo>
                <a:cubicBezTo>
                  <a:pt x="4450315" y="428211"/>
                  <a:pt x="4244123" y="289169"/>
                  <a:pt x="4120350" y="95636"/>
                </a:cubicBezTo>
                <a:close/>
                <a:moveTo>
                  <a:pt x="3991674" y="1313979"/>
                </a:moveTo>
                <a:cubicBezTo>
                  <a:pt x="3991674" y="1308297"/>
                  <a:pt x="3991733" y="1302628"/>
                  <a:pt x="3993045" y="1296998"/>
                </a:cubicBezTo>
                <a:cubicBezTo>
                  <a:pt x="3993003" y="1265670"/>
                  <a:pt x="3995452" y="1234785"/>
                  <a:pt x="4000509" y="1204541"/>
                </a:cubicBezTo>
                <a:lnTo>
                  <a:pt x="4001049" y="1197851"/>
                </a:lnTo>
                <a:cubicBezTo>
                  <a:pt x="4001218" y="1197846"/>
                  <a:pt x="4001387" y="1197841"/>
                  <a:pt x="4001555" y="1197788"/>
                </a:cubicBezTo>
                <a:cubicBezTo>
                  <a:pt x="4051831" y="844922"/>
                  <a:pt x="4332870" y="564145"/>
                  <a:pt x="4691720" y="504747"/>
                </a:cubicBezTo>
                <a:lnTo>
                  <a:pt x="4691837" y="503599"/>
                </a:lnTo>
                <a:cubicBezTo>
                  <a:pt x="4697146" y="502589"/>
                  <a:pt x="4702474" y="501641"/>
                  <a:pt x="4708050" y="502060"/>
                </a:cubicBezTo>
                <a:cubicBezTo>
                  <a:pt x="4739233" y="496503"/>
                  <a:pt x="4771126" y="493522"/>
                  <a:pt x="4803512" y="492995"/>
                </a:cubicBezTo>
                <a:lnTo>
                  <a:pt x="4820599" y="491372"/>
                </a:lnTo>
                <a:lnTo>
                  <a:pt x="4820625" y="491866"/>
                </a:lnTo>
                <a:lnTo>
                  <a:pt x="4821123" y="491833"/>
                </a:lnTo>
                <a:lnTo>
                  <a:pt x="4821717" y="503273"/>
                </a:lnTo>
                <a:cubicBezTo>
                  <a:pt x="4821717" y="508954"/>
                  <a:pt x="4821658" y="514621"/>
                  <a:pt x="4820346" y="520249"/>
                </a:cubicBezTo>
                <a:cubicBezTo>
                  <a:pt x="4820389" y="551584"/>
                  <a:pt x="4817938" y="582475"/>
                  <a:pt x="4812879" y="612725"/>
                </a:cubicBezTo>
                <a:lnTo>
                  <a:pt x="4812341" y="619401"/>
                </a:lnTo>
                <a:cubicBezTo>
                  <a:pt x="4812171" y="619406"/>
                  <a:pt x="4812003" y="619411"/>
                  <a:pt x="4811835" y="619464"/>
                </a:cubicBezTo>
                <a:cubicBezTo>
                  <a:pt x="4761560" y="972329"/>
                  <a:pt x="4480521" y="1253106"/>
                  <a:pt x="4121670" y="1312505"/>
                </a:cubicBezTo>
                <a:lnTo>
                  <a:pt x="4121554" y="1313653"/>
                </a:lnTo>
                <a:cubicBezTo>
                  <a:pt x="4116243" y="1314664"/>
                  <a:pt x="4110914" y="1315612"/>
                  <a:pt x="4105337" y="1315193"/>
                </a:cubicBezTo>
                <a:cubicBezTo>
                  <a:pt x="4074165" y="1320747"/>
                  <a:pt x="4042285" y="1323728"/>
                  <a:pt x="4009911" y="1324255"/>
                </a:cubicBezTo>
                <a:lnTo>
                  <a:pt x="3992792" y="1325881"/>
                </a:lnTo>
                <a:lnTo>
                  <a:pt x="3992766" y="1325386"/>
                </a:lnTo>
                <a:lnTo>
                  <a:pt x="3992267" y="1325419"/>
                </a:lnTo>
                <a:cubicBezTo>
                  <a:pt x="3991701" y="1321617"/>
                  <a:pt x="3991674" y="1317801"/>
                  <a:pt x="3991674" y="1313979"/>
                </a:cubicBezTo>
                <a:close/>
                <a:moveTo>
                  <a:pt x="3991674" y="1361805"/>
                </a:moveTo>
                <a:lnTo>
                  <a:pt x="3992268" y="1350455"/>
                </a:lnTo>
                <a:lnTo>
                  <a:pt x="3992766" y="1350487"/>
                </a:lnTo>
                <a:lnTo>
                  <a:pt x="3992792" y="1349997"/>
                </a:lnTo>
                <a:lnTo>
                  <a:pt x="4009880" y="1351607"/>
                </a:lnTo>
                <a:cubicBezTo>
                  <a:pt x="4042265" y="1352130"/>
                  <a:pt x="4074158" y="1355088"/>
                  <a:pt x="4105341" y="1360601"/>
                </a:cubicBezTo>
                <a:cubicBezTo>
                  <a:pt x="4110917" y="1360185"/>
                  <a:pt x="4116245" y="1361126"/>
                  <a:pt x="4121554" y="1362128"/>
                </a:cubicBezTo>
                <a:lnTo>
                  <a:pt x="4121671" y="1363267"/>
                </a:lnTo>
                <a:cubicBezTo>
                  <a:pt x="4480521" y="1422199"/>
                  <a:pt x="4761560" y="1700770"/>
                  <a:pt x="4811836" y="2050865"/>
                </a:cubicBezTo>
                <a:cubicBezTo>
                  <a:pt x="4812004" y="2050918"/>
                  <a:pt x="4812173" y="2050923"/>
                  <a:pt x="4812342" y="2050928"/>
                </a:cubicBezTo>
                <a:lnTo>
                  <a:pt x="4812882" y="2057565"/>
                </a:lnTo>
                <a:cubicBezTo>
                  <a:pt x="4817939" y="2087572"/>
                  <a:pt x="4820389" y="2118214"/>
                  <a:pt x="4820346" y="2149296"/>
                </a:cubicBezTo>
                <a:cubicBezTo>
                  <a:pt x="4821658" y="2154882"/>
                  <a:pt x="4821717" y="2160506"/>
                  <a:pt x="4821717" y="2166144"/>
                </a:cubicBezTo>
                <a:cubicBezTo>
                  <a:pt x="4821717" y="2169936"/>
                  <a:pt x="4821690" y="2173722"/>
                  <a:pt x="4821124" y="2177494"/>
                </a:cubicBezTo>
                <a:lnTo>
                  <a:pt x="4820625" y="2177461"/>
                </a:lnTo>
                <a:lnTo>
                  <a:pt x="4820599" y="2177952"/>
                </a:lnTo>
                <a:lnTo>
                  <a:pt x="4803481" y="2176339"/>
                </a:lnTo>
                <a:cubicBezTo>
                  <a:pt x="4771106" y="2175816"/>
                  <a:pt x="4739226" y="2172858"/>
                  <a:pt x="4708054" y="2167348"/>
                </a:cubicBezTo>
                <a:cubicBezTo>
                  <a:pt x="4702477" y="2167764"/>
                  <a:pt x="4697148" y="2166823"/>
                  <a:pt x="4691837" y="2165820"/>
                </a:cubicBezTo>
                <a:lnTo>
                  <a:pt x="4691721" y="2164681"/>
                </a:lnTo>
                <a:cubicBezTo>
                  <a:pt x="4332870" y="2105749"/>
                  <a:pt x="4051831" y="1827177"/>
                  <a:pt x="4001556" y="1477083"/>
                </a:cubicBezTo>
                <a:cubicBezTo>
                  <a:pt x="4001388" y="1477030"/>
                  <a:pt x="4001220" y="1477026"/>
                  <a:pt x="4001050" y="1477021"/>
                </a:cubicBezTo>
                <a:lnTo>
                  <a:pt x="4000512" y="1470397"/>
                </a:lnTo>
                <a:cubicBezTo>
                  <a:pt x="3995453" y="1440385"/>
                  <a:pt x="3993003" y="1409736"/>
                  <a:pt x="3993045" y="1378647"/>
                </a:cubicBezTo>
                <a:cubicBezTo>
                  <a:pt x="3991733" y="1373063"/>
                  <a:pt x="3991674" y="1367441"/>
                  <a:pt x="3991674" y="1361805"/>
                </a:cubicBezTo>
                <a:close/>
                <a:moveTo>
                  <a:pt x="3991674" y="3010804"/>
                </a:moveTo>
                <a:cubicBezTo>
                  <a:pt x="3991674" y="3005122"/>
                  <a:pt x="3991733" y="2999453"/>
                  <a:pt x="3993045" y="2993823"/>
                </a:cubicBezTo>
                <a:cubicBezTo>
                  <a:pt x="3993003" y="2962495"/>
                  <a:pt x="3995452" y="2931610"/>
                  <a:pt x="4000509" y="2901366"/>
                </a:cubicBezTo>
                <a:lnTo>
                  <a:pt x="4001049" y="2894676"/>
                </a:lnTo>
                <a:cubicBezTo>
                  <a:pt x="4001218" y="2894671"/>
                  <a:pt x="4001387" y="2894666"/>
                  <a:pt x="4001555" y="2894613"/>
                </a:cubicBezTo>
                <a:cubicBezTo>
                  <a:pt x="4051831" y="2541747"/>
                  <a:pt x="4332870" y="2260970"/>
                  <a:pt x="4691720" y="2201572"/>
                </a:cubicBezTo>
                <a:lnTo>
                  <a:pt x="4691837" y="2200424"/>
                </a:lnTo>
                <a:cubicBezTo>
                  <a:pt x="4697146" y="2199414"/>
                  <a:pt x="4702474" y="2198466"/>
                  <a:pt x="4708050" y="2198885"/>
                </a:cubicBezTo>
                <a:cubicBezTo>
                  <a:pt x="4739233" y="2193328"/>
                  <a:pt x="4771126" y="2190347"/>
                  <a:pt x="4803512" y="2189820"/>
                </a:cubicBezTo>
                <a:lnTo>
                  <a:pt x="4820599" y="2188197"/>
                </a:lnTo>
                <a:lnTo>
                  <a:pt x="4820625" y="2188691"/>
                </a:lnTo>
                <a:lnTo>
                  <a:pt x="4821123" y="2188658"/>
                </a:lnTo>
                <a:lnTo>
                  <a:pt x="4821717" y="2200098"/>
                </a:lnTo>
                <a:cubicBezTo>
                  <a:pt x="4821717" y="2205779"/>
                  <a:pt x="4821658" y="2211446"/>
                  <a:pt x="4820346" y="2217074"/>
                </a:cubicBezTo>
                <a:cubicBezTo>
                  <a:pt x="4820389" y="2248409"/>
                  <a:pt x="4817938" y="2279300"/>
                  <a:pt x="4812879" y="2309550"/>
                </a:cubicBezTo>
                <a:lnTo>
                  <a:pt x="4812341" y="2316226"/>
                </a:lnTo>
                <a:cubicBezTo>
                  <a:pt x="4812171" y="2316231"/>
                  <a:pt x="4812003" y="2316236"/>
                  <a:pt x="4811835" y="2316289"/>
                </a:cubicBezTo>
                <a:cubicBezTo>
                  <a:pt x="4761560" y="2669154"/>
                  <a:pt x="4480521" y="2949931"/>
                  <a:pt x="4121670" y="3009330"/>
                </a:cubicBezTo>
                <a:lnTo>
                  <a:pt x="4121554" y="3010478"/>
                </a:lnTo>
                <a:cubicBezTo>
                  <a:pt x="4116243" y="3011489"/>
                  <a:pt x="4110914" y="3012437"/>
                  <a:pt x="4105337" y="3012018"/>
                </a:cubicBezTo>
                <a:cubicBezTo>
                  <a:pt x="4074165" y="3017572"/>
                  <a:pt x="4042285" y="3020553"/>
                  <a:pt x="4009911" y="3021080"/>
                </a:cubicBezTo>
                <a:lnTo>
                  <a:pt x="3992792" y="3022706"/>
                </a:lnTo>
                <a:lnTo>
                  <a:pt x="3992766" y="3022211"/>
                </a:lnTo>
                <a:lnTo>
                  <a:pt x="3992267" y="3022244"/>
                </a:lnTo>
                <a:cubicBezTo>
                  <a:pt x="3991701" y="3018442"/>
                  <a:pt x="3991674" y="3014626"/>
                  <a:pt x="3991674" y="3010804"/>
                </a:cubicBezTo>
                <a:close/>
                <a:moveTo>
                  <a:pt x="3991674" y="3058630"/>
                </a:moveTo>
                <a:lnTo>
                  <a:pt x="3992268" y="3047280"/>
                </a:lnTo>
                <a:lnTo>
                  <a:pt x="3992766" y="3047312"/>
                </a:lnTo>
                <a:lnTo>
                  <a:pt x="3992792" y="3046822"/>
                </a:lnTo>
                <a:lnTo>
                  <a:pt x="4009880" y="3048432"/>
                </a:lnTo>
                <a:cubicBezTo>
                  <a:pt x="4042265" y="3048955"/>
                  <a:pt x="4074158" y="3051913"/>
                  <a:pt x="4105341" y="3057426"/>
                </a:cubicBezTo>
                <a:cubicBezTo>
                  <a:pt x="4110917" y="3057010"/>
                  <a:pt x="4116245" y="3057951"/>
                  <a:pt x="4121554" y="3058953"/>
                </a:cubicBezTo>
                <a:lnTo>
                  <a:pt x="4121671" y="3060092"/>
                </a:lnTo>
                <a:cubicBezTo>
                  <a:pt x="4480521" y="3119024"/>
                  <a:pt x="4761560" y="3397595"/>
                  <a:pt x="4811836" y="3747690"/>
                </a:cubicBezTo>
                <a:cubicBezTo>
                  <a:pt x="4812004" y="3747743"/>
                  <a:pt x="4812173" y="3747748"/>
                  <a:pt x="4812342" y="3747753"/>
                </a:cubicBezTo>
                <a:lnTo>
                  <a:pt x="4812882" y="3754390"/>
                </a:lnTo>
                <a:cubicBezTo>
                  <a:pt x="4817939" y="3784397"/>
                  <a:pt x="4820389" y="3815039"/>
                  <a:pt x="4820346" y="3846121"/>
                </a:cubicBezTo>
                <a:cubicBezTo>
                  <a:pt x="4821658" y="3851707"/>
                  <a:pt x="4821717" y="3857331"/>
                  <a:pt x="4821717" y="3862969"/>
                </a:cubicBezTo>
                <a:cubicBezTo>
                  <a:pt x="4821717" y="3866761"/>
                  <a:pt x="4821690" y="3870547"/>
                  <a:pt x="4821124" y="3874319"/>
                </a:cubicBezTo>
                <a:lnTo>
                  <a:pt x="4820625" y="3874286"/>
                </a:lnTo>
                <a:lnTo>
                  <a:pt x="4820599" y="3874777"/>
                </a:lnTo>
                <a:lnTo>
                  <a:pt x="4803481" y="3873164"/>
                </a:lnTo>
                <a:cubicBezTo>
                  <a:pt x="4771106" y="3872641"/>
                  <a:pt x="4739226" y="3869683"/>
                  <a:pt x="4708054" y="3864173"/>
                </a:cubicBezTo>
                <a:cubicBezTo>
                  <a:pt x="4702477" y="3864589"/>
                  <a:pt x="4697148" y="3863648"/>
                  <a:pt x="4691837" y="3862645"/>
                </a:cubicBezTo>
                <a:lnTo>
                  <a:pt x="4691721" y="3861506"/>
                </a:lnTo>
                <a:cubicBezTo>
                  <a:pt x="4332870" y="3802574"/>
                  <a:pt x="4051831" y="3524002"/>
                  <a:pt x="4001556" y="3173908"/>
                </a:cubicBezTo>
                <a:cubicBezTo>
                  <a:pt x="4001388" y="3173856"/>
                  <a:pt x="4001220" y="3173851"/>
                  <a:pt x="4001050" y="3173846"/>
                </a:cubicBezTo>
                <a:lnTo>
                  <a:pt x="4000512" y="3167222"/>
                </a:lnTo>
                <a:cubicBezTo>
                  <a:pt x="3995453" y="3137210"/>
                  <a:pt x="3993003" y="3106561"/>
                  <a:pt x="3993045" y="3075472"/>
                </a:cubicBezTo>
                <a:cubicBezTo>
                  <a:pt x="3991733" y="3069889"/>
                  <a:pt x="3991674" y="3064266"/>
                  <a:pt x="3991674" y="3058630"/>
                </a:cubicBezTo>
                <a:close/>
                <a:moveTo>
                  <a:pt x="3293448" y="636203"/>
                </a:moveTo>
                <a:cubicBezTo>
                  <a:pt x="3346724" y="907109"/>
                  <a:pt x="3561567" y="1121906"/>
                  <a:pt x="3836757" y="1181049"/>
                </a:cubicBezTo>
                <a:cubicBezTo>
                  <a:pt x="3783482" y="910143"/>
                  <a:pt x="3568638" y="695346"/>
                  <a:pt x="3293448" y="636203"/>
                </a:cubicBezTo>
                <a:close/>
                <a:moveTo>
                  <a:pt x="3293448" y="2333028"/>
                </a:moveTo>
                <a:cubicBezTo>
                  <a:pt x="3346724" y="2603934"/>
                  <a:pt x="3561567" y="2818731"/>
                  <a:pt x="3836757" y="2877874"/>
                </a:cubicBezTo>
                <a:cubicBezTo>
                  <a:pt x="3783482" y="2606968"/>
                  <a:pt x="3568638" y="2392171"/>
                  <a:pt x="3293448" y="2333028"/>
                </a:cubicBezTo>
                <a:close/>
                <a:moveTo>
                  <a:pt x="3293446" y="2034258"/>
                </a:moveTo>
                <a:cubicBezTo>
                  <a:pt x="3568636" y="1975579"/>
                  <a:pt x="3783479" y="1762469"/>
                  <a:pt x="3836755" y="1493690"/>
                </a:cubicBezTo>
                <a:cubicBezTo>
                  <a:pt x="3561565" y="1552369"/>
                  <a:pt x="3346721" y="1765479"/>
                  <a:pt x="3293446" y="2034258"/>
                </a:cubicBezTo>
                <a:close/>
                <a:moveTo>
                  <a:pt x="3293446" y="3731083"/>
                </a:moveTo>
                <a:cubicBezTo>
                  <a:pt x="3568636" y="3672404"/>
                  <a:pt x="3783479" y="3459294"/>
                  <a:pt x="3836755" y="3190516"/>
                </a:cubicBezTo>
                <a:cubicBezTo>
                  <a:pt x="3561565" y="3249194"/>
                  <a:pt x="3346721" y="3462304"/>
                  <a:pt x="3293446" y="3731083"/>
                </a:cubicBezTo>
                <a:close/>
                <a:moveTo>
                  <a:pt x="3150081" y="503273"/>
                </a:moveTo>
                <a:lnTo>
                  <a:pt x="3150675" y="491833"/>
                </a:lnTo>
                <a:lnTo>
                  <a:pt x="3151173" y="491866"/>
                </a:lnTo>
                <a:lnTo>
                  <a:pt x="3151199" y="491372"/>
                </a:lnTo>
                <a:lnTo>
                  <a:pt x="3168287" y="492995"/>
                </a:lnTo>
                <a:cubicBezTo>
                  <a:pt x="3200672" y="493522"/>
                  <a:pt x="3232565" y="496503"/>
                  <a:pt x="3263748" y="502060"/>
                </a:cubicBezTo>
                <a:cubicBezTo>
                  <a:pt x="3269324" y="501641"/>
                  <a:pt x="3274652" y="502589"/>
                  <a:pt x="3279961" y="503599"/>
                </a:cubicBezTo>
                <a:lnTo>
                  <a:pt x="3280078" y="504747"/>
                </a:lnTo>
                <a:cubicBezTo>
                  <a:pt x="3638928" y="564145"/>
                  <a:pt x="3919967" y="844922"/>
                  <a:pt x="3970244" y="1197788"/>
                </a:cubicBezTo>
                <a:cubicBezTo>
                  <a:pt x="3970411" y="1197841"/>
                  <a:pt x="3970581" y="1197846"/>
                  <a:pt x="3970749" y="1197851"/>
                </a:cubicBezTo>
                <a:lnTo>
                  <a:pt x="3971290" y="1204541"/>
                </a:lnTo>
                <a:cubicBezTo>
                  <a:pt x="3976346" y="1234785"/>
                  <a:pt x="3978796" y="1265670"/>
                  <a:pt x="3978754" y="1296998"/>
                </a:cubicBezTo>
                <a:cubicBezTo>
                  <a:pt x="3980066" y="1302628"/>
                  <a:pt x="3980124" y="1308297"/>
                  <a:pt x="3980124" y="1313979"/>
                </a:cubicBezTo>
                <a:cubicBezTo>
                  <a:pt x="3980124" y="1317801"/>
                  <a:pt x="3980097" y="1321617"/>
                  <a:pt x="3979531" y="1325419"/>
                </a:cubicBezTo>
                <a:lnTo>
                  <a:pt x="3979032" y="1325386"/>
                </a:lnTo>
                <a:lnTo>
                  <a:pt x="3979006" y="1325881"/>
                </a:lnTo>
                <a:lnTo>
                  <a:pt x="3961888" y="1324255"/>
                </a:lnTo>
                <a:cubicBezTo>
                  <a:pt x="3929514" y="1323728"/>
                  <a:pt x="3897633" y="1320747"/>
                  <a:pt x="3866461" y="1315193"/>
                </a:cubicBezTo>
                <a:cubicBezTo>
                  <a:pt x="3860884" y="1315612"/>
                  <a:pt x="3855555" y="1314664"/>
                  <a:pt x="3850245" y="1313653"/>
                </a:cubicBezTo>
                <a:lnTo>
                  <a:pt x="3850129" y="1312505"/>
                </a:lnTo>
                <a:cubicBezTo>
                  <a:pt x="3491277" y="1253106"/>
                  <a:pt x="3210238" y="972329"/>
                  <a:pt x="3159963" y="619464"/>
                </a:cubicBezTo>
                <a:cubicBezTo>
                  <a:pt x="3159795" y="619411"/>
                  <a:pt x="3159627" y="619406"/>
                  <a:pt x="3159457" y="619401"/>
                </a:cubicBezTo>
                <a:lnTo>
                  <a:pt x="3158919" y="612725"/>
                </a:lnTo>
                <a:cubicBezTo>
                  <a:pt x="3153860" y="582475"/>
                  <a:pt x="3151410" y="551584"/>
                  <a:pt x="3151452" y="520249"/>
                </a:cubicBezTo>
                <a:cubicBezTo>
                  <a:pt x="3150140" y="514621"/>
                  <a:pt x="3150081" y="508954"/>
                  <a:pt x="3150081" y="503273"/>
                </a:cubicBezTo>
                <a:close/>
                <a:moveTo>
                  <a:pt x="3150081" y="2200098"/>
                </a:moveTo>
                <a:lnTo>
                  <a:pt x="3150675" y="2188658"/>
                </a:lnTo>
                <a:lnTo>
                  <a:pt x="3151173" y="2188691"/>
                </a:lnTo>
                <a:lnTo>
                  <a:pt x="3151199" y="2188197"/>
                </a:lnTo>
                <a:lnTo>
                  <a:pt x="3168287" y="2189820"/>
                </a:lnTo>
                <a:cubicBezTo>
                  <a:pt x="3200672" y="2190347"/>
                  <a:pt x="3232565" y="2193328"/>
                  <a:pt x="3263748" y="2198885"/>
                </a:cubicBezTo>
                <a:cubicBezTo>
                  <a:pt x="3269324" y="2198466"/>
                  <a:pt x="3274652" y="2199414"/>
                  <a:pt x="3279961" y="2200424"/>
                </a:cubicBezTo>
                <a:lnTo>
                  <a:pt x="3280078" y="2201572"/>
                </a:lnTo>
                <a:cubicBezTo>
                  <a:pt x="3638928" y="2260970"/>
                  <a:pt x="3919967" y="2541747"/>
                  <a:pt x="3970244" y="2894613"/>
                </a:cubicBezTo>
                <a:cubicBezTo>
                  <a:pt x="3970411" y="2894666"/>
                  <a:pt x="3970581" y="2894671"/>
                  <a:pt x="3970749" y="2894676"/>
                </a:cubicBezTo>
                <a:lnTo>
                  <a:pt x="3971290" y="2901366"/>
                </a:lnTo>
                <a:cubicBezTo>
                  <a:pt x="3976346" y="2931610"/>
                  <a:pt x="3978796" y="2962495"/>
                  <a:pt x="3978754" y="2993823"/>
                </a:cubicBezTo>
                <a:cubicBezTo>
                  <a:pt x="3980066" y="2999453"/>
                  <a:pt x="3980124" y="3005122"/>
                  <a:pt x="3980124" y="3010804"/>
                </a:cubicBezTo>
                <a:cubicBezTo>
                  <a:pt x="3980124" y="3014626"/>
                  <a:pt x="3980097" y="3018442"/>
                  <a:pt x="3979531" y="3022244"/>
                </a:cubicBezTo>
                <a:lnTo>
                  <a:pt x="3979032" y="3022211"/>
                </a:lnTo>
                <a:lnTo>
                  <a:pt x="3979006" y="3022706"/>
                </a:lnTo>
                <a:lnTo>
                  <a:pt x="3961888" y="3021080"/>
                </a:lnTo>
                <a:cubicBezTo>
                  <a:pt x="3929514" y="3020553"/>
                  <a:pt x="3897633" y="3017572"/>
                  <a:pt x="3866461" y="3012018"/>
                </a:cubicBezTo>
                <a:cubicBezTo>
                  <a:pt x="3860884" y="3012437"/>
                  <a:pt x="3855555" y="3011489"/>
                  <a:pt x="3850245" y="3010478"/>
                </a:cubicBezTo>
                <a:lnTo>
                  <a:pt x="3850129" y="3009330"/>
                </a:lnTo>
                <a:cubicBezTo>
                  <a:pt x="3491277" y="2949931"/>
                  <a:pt x="3210238" y="2669154"/>
                  <a:pt x="3159963" y="2316289"/>
                </a:cubicBezTo>
                <a:cubicBezTo>
                  <a:pt x="3159795" y="2316236"/>
                  <a:pt x="3159627" y="2316231"/>
                  <a:pt x="3159457" y="2316226"/>
                </a:cubicBezTo>
                <a:lnTo>
                  <a:pt x="3158919" y="2309550"/>
                </a:lnTo>
                <a:cubicBezTo>
                  <a:pt x="3153860" y="2279300"/>
                  <a:pt x="3151410" y="2248409"/>
                  <a:pt x="3151452" y="2217074"/>
                </a:cubicBezTo>
                <a:cubicBezTo>
                  <a:pt x="3150140" y="2211446"/>
                  <a:pt x="3150081" y="2205779"/>
                  <a:pt x="3150081" y="2200098"/>
                </a:cubicBezTo>
                <a:close/>
                <a:moveTo>
                  <a:pt x="3150081" y="3896923"/>
                </a:moveTo>
                <a:lnTo>
                  <a:pt x="3150675" y="3885483"/>
                </a:lnTo>
                <a:lnTo>
                  <a:pt x="3151173" y="3885516"/>
                </a:lnTo>
                <a:lnTo>
                  <a:pt x="3151199" y="3885022"/>
                </a:lnTo>
                <a:lnTo>
                  <a:pt x="3168287" y="3886645"/>
                </a:lnTo>
                <a:cubicBezTo>
                  <a:pt x="3200672" y="3887172"/>
                  <a:pt x="3232565" y="3890153"/>
                  <a:pt x="3263748" y="3895710"/>
                </a:cubicBezTo>
                <a:cubicBezTo>
                  <a:pt x="3269324" y="3895291"/>
                  <a:pt x="3274652" y="3896239"/>
                  <a:pt x="3279961" y="3897249"/>
                </a:cubicBezTo>
                <a:lnTo>
                  <a:pt x="3280078" y="3898397"/>
                </a:lnTo>
                <a:cubicBezTo>
                  <a:pt x="3514137" y="3937139"/>
                  <a:pt x="3715094" y="4070062"/>
                  <a:pt x="3840331" y="4255797"/>
                </a:cubicBezTo>
                <a:lnTo>
                  <a:pt x="3868775" y="4305008"/>
                </a:lnTo>
                <a:lnTo>
                  <a:pt x="3717725" y="4305008"/>
                </a:lnTo>
                <a:lnTo>
                  <a:pt x="3665602" y="4241205"/>
                </a:lnTo>
                <a:cubicBezTo>
                  <a:pt x="3568906" y="4136681"/>
                  <a:pt x="3439699" y="4061285"/>
                  <a:pt x="3293448" y="4029853"/>
                </a:cubicBezTo>
                <a:cubicBezTo>
                  <a:pt x="3310695" y="4117553"/>
                  <a:pt x="3344874" y="4199373"/>
                  <a:pt x="3392629" y="4271827"/>
                </a:cubicBezTo>
                <a:lnTo>
                  <a:pt x="3419311" y="4305008"/>
                </a:lnTo>
                <a:lnTo>
                  <a:pt x="3265201" y="4305008"/>
                </a:lnTo>
                <a:lnTo>
                  <a:pt x="3235080" y="4254710"/>
                </a:lnTo>
                <a:cubicBezTo>
                  <a:pt x="3197877" y="4179889"/>
                  <a:pt x="3172145" y="4098618"/>
                  <a:pt x="3159963" y="4013114"/>
                </a:cubicBezTo>
                <a:cubicBezTo>
                  <a:pt x="3159795" y="4013061"/>
                  <a:pt x="3159627" y="4013056"/>
                  <a:pt x="3159457" y="4013051"/>
                </a:cubicBezTo>
                <a:lnTo>
                  <a:pt x="3158919" y="4006375"/>
                </a:lnTo>
                <a:cubicBezTo>
                  <a:pt x="3153860" y="3976125"/>
                  <a:pt x="3151410" y="3945234"/>
                  <a:pt x="3151452" y="3913899"/>
                </a:cubicBezTo>
                <a:cubicBezTo>
                  <a:pt x="3150140" y="3908271"/>
                  <a:pt x="3150081" y="3902604"/>
                  <a:pt x="3150081" y="3896923"/>
                </a:cubicBezTo>
                <a:close/>
                <a:moveTo>
                  <a:pt x="3150079" y="469318"/>
                </a:moveTo>
                <a:cubicBezTo>
                  <a:pt x="3150079" y="463681"/>
                  <a:pt x="3150138" y="458057"/>
                  <a:pt x="3151450" y="452471"/>
                </a:cubicBezTo>
                <a:cubicBezTo>
                  <a:pt x="3151408" y="421389"/>
                  <a:pt x="3153857" y="390746"/>
                  <a:pt x="3158914" y="360740"/>
                </a:cubicBezTo>
                <a:lnTo>
                  <a:pt x="3159454" y="354103"/>
                </a:lnTo>
                <a:cubicBezTo>
                  <a:pt x="3159623" y="354098"/>
                  <a:pt x="3159792" y="354093"/>
                  <a:pt x="3159960" y="354040"/>
                </a:cubicBezTo>
                <a:cubicBezTo>
                  <a:pt x="3173111" y="262463"/>
                  <a:pt x="3202052" y="175780"/>
                  <a:pt x="3244173" y="96778"/>
                </a:cubicBezTo>
                <a:lnTo>
                  <a:pt x="3306807" y="0"/>
                </a:lnTo>
                <a:lnTo>
                  <a:pt x="3475182" y="0"/>
                </a:lnTo>
                <a:lnTo>
                  <a:pt x="3406954" y="76659"/>
                </a:lnTo>
                <a:cubicBezTo>
                  <a:pt x="3351687" y="153496"/>
                  <a:pt x="3312372" y="241952"/>
                  <a:pt x="3293446" y="337433"/>
                </a:cubicBezTo>
                <a:cubicBezTo>
                  <a:pt x="3476486" y="298404"/>
                  <a:pt x="3632827" y="191052"/>
                  <a:pt x="3732420" y="44350"/>
                </a:cubicBezTo>
                <a:lnTo>
                  <a:pt x="3754649" y="0"/>
                </a:lnTo>
                <a:lnTo>
                  <a:pt x="3903287" y="0"/>
                </a:lnTo>
                <a:lnTo>
                  <a:pt x="3851448" y="95636"/>
                </a:lnTo>
                <a:cubicBezTo>
                  <a:pt x="3727674" y="289169"/>
                  <a:pt x="3521481" y="428211"/>
                  <a:pt x="3280075" y="467856"/>
                </a:cubicBezTo>
                <a:lnTo>
                  <a:pt x="3279959" y="468995"/>
                </a:lnTo>
                <a:cubicBezTo>
                  <a:pt x="3274648" y="469998"/>
                  <a:pt x="3269319" y="470939"/>
                  <a:pt x="3263742" y="470523"/>
                </a:cubicBezTo>
                <a:cubicBezTo>
                  <a:pt x="3232570" y="476033"/>
                  <a:pt x="3200690" y="478991"/>
                  <a:pt x="3168316" y="479514"/>
                </a:cubicBezTo>
                <a:lnTo>
                  <a:pt x="3151197" y="481127"/>
                </a:lnTo>
                <a:lnTo>
                  <a:pt x="3151171" y="480636"/>
                </a:lnTo>
                <a:lnTo>
                  <a:pt x="3150672" y="480669"/>
                </a:lnTo>
                <a:cubicBezTo>
                  <a:pt x="3150106" y="476896"/>
                  <a:pt x="3150079" y="473110"/>
                  <a:pt x="3150079" y="469318"/>
                </a:cubicBezTo>
                <a:close/>
                <a:moveTo>
                  <a:pt x="3150079" y="2166144"/>
                </a:moveTo>
                <a:cubicBezTo>
                  <a:pt x="3150079" y="2160506"/>
                  <a:pt x="3150138" y="2154882"/>
                  <a:pt x="3151450" y="2149296"/>
                </a:cubicBezTo>
                <a:cubicBezTo>
                  <a:pt x="3151408" y="2118214"/>
                  <a:pt x="3153857" y="2087572"/>
                  <a:pt x="3158914" y="2057565"/>
                </a:cubicBezTo>
                <a:lnTo>
                  <a:pt x="3159454" y="2050928"/>
                </a:lnTo>
                <a:cubicBezTo>
                  <a:pt x="3159623" y="2050923"/>
                  <a:pt x="3159792" y="2050918"/>
                  <a:pt x="3159960" y="2050865"/>
                </a:cubicBezTo>
                <a:cubicBezTo>
                  <a:pt x="3210236" y="1700770"/>
                  <a:pt x="3491275" y="1422199"/>
                  <a:pt x="3850126" y="1363267"/>
                </a:cubicBezTo>
                <a:lnTo>
                  <a:pt x="3850243" y="1362128"/>
                </a:lnTo>
                <a:cubicBezTo>
                  <a:pt x="3855551" y="1361126"/>
                  <a:pt x="3860879" y="1360185"/>
                  <a:pt x="3866455" y="1360601"/>
                </a:cubicBezTo>
                <a:cubicBezTo>
                  <a:pt x="3897639" y="1355088"/>
                  <a:pt x="3929531" y="1352130"/>
                  <a:pt x="3961917" y="1351607"/>
                </a:cubicBezTo>
                <a:lnTo>
                  <a:pt x="3979004" y="1349997"/>
                </a:lnTo>
                <a:lnTo>
                  <a:pt x="3979030" y="1350487"/>
                </a:lnTo>
                <a:lnTo>
                  <a:pt x="3979528" y="1350455"/>
                </a:lnTo>
                <a:lnTo>
                  <a:pt x="3980122" y="1361805"/>
                </a:lnTo>
                <a:cubicBezTo>
                  <a:pt x="3980122" y="1367441"/>
                  <a:pt x="3980064" y="1373063"/>
                  <a:pt x="3978752" y="1378647"/>
                </a:cubicBezTo>
                <a:cubicBezTo>
                  <a:pt x="3978794" y="1409736"/>
                  <a:pt x="3976343" y="1440385"/>
                  <a:pt x="3971285" y="1470397"/>
                </a:cubicBezTo>
                <a:lnTo>
                  <a:pt x="3970746" y="1477021"/>
                </a:lnTo>
                <a:cubicBezTo>
                  <a:pt x="3970577" y="1477026"/>
                  <a:pt x="3970408" y="1477030"/>
                  <a:pt x="3970241" y="1477083"/>
                </a:cubicBezTo>
                <a:cubicBezTo>
                  <a:pt x="3919965" y="1827177"/>
                  <a:pt x="3638926" y="2105749"/>
                  <a:pt x="3280075" y="2164681"/>
                </a:cubicBezTo>
                <a:lnTo>
                  <a:pt x="3279959" y="2165820"/>
                </a:lnTo>
                <a:cubicBezTo>
                  <a:pt x="3274648" y="2166823"/>
                  <a:pt x="3269319" y="2167764"/>
                  <a:pt x="3263742" y="2167348"/>
                </a:cubicBezTo>
                <a:cubicBezTo>
                  <a:pt x="3232570" y="2172858"/>
                  <a:pt x="3200690" y="2175816"/>
                  <a:pt x="3168316" y="2176339"/>
                </a:cubicBezTo>
                <a:lnTo>
                  <a:pt x="3151197" y="2177952"/>
                </a:lnTo>
                <a:lnTo>
                  <a:pt x="3151171" y="2177461"/>
                </a:lnTo>
                <a:lnTo>
                  <a:pt x="3150672" y="2177494"/>
                </a:lnTo>
                <a:cubicBezTo>
                  <a:pt x="3150106" y="2173722"/>
                  <a:pt x="3150079" y="2169936"/>
                  <a:pt x="3150079" y="2166144"/>
                </a:cubicBezTo>
                <a:close/>
                <a:moveTo>
                  <a:pt x="3150079" y="3862969"/>
                </a:moveTo>
                <a:cubicBezTo>
                  <a:pt x="3150079" y="3857331"/>
                  <a:pt x="3150138" y="3851707"/>
                  <a:pt x="3151450" y="3846121"/>
                </a:cubicBezTo>
                <a:cubicBezTo>
                  <a:pt x="3151408" y="3815039"/>
                  <a:pt x="3153857" y="3784397"/>
                  <a:pt x="3158914" y="3754390"/>
                </a:cubicBezTo>
                <a:lnTo>
                  <a:pt x="3159454" y="3747753"/>
                </a:lnTo>
                <a:cubicBezTo>
                  <a:pt x="3159623" y="3747748"/>
                  <a:pt x="3159792" y="3747743"/>
                  <a:pt x="3159960" y="3747690"/>
                </a:cubicBezTo>
                <a:cubicBezTo>
                  <a:pt x="3210236" y="3397595"/>
                  <a:pt x="3491275" y="3119024"/>
                  <a:pt x="3850126" y="3060092"/>
                </a:cubicBezTo>
                <a:lnTo>
                  <a:pt x="3850243" y="3058953"/>
                </a:lnTo>
                <a:cubicBezTo>
                  <a:pt x="3855551" y="3057951"/>
                  <a:pt x="3860879" y="3057010"/>
                  <a:pt x="3866455" y="3057426"/>
                </a:cubicBezTo>
                <a:cubicBezTo>
                  <a:pt x="3897639" y="3051913"/>
                  <a:pt x="3929531" y="3048955"/>
                  <a:pt x="3961917" y="3048432"/>
                </a:cubicBezTo>
                <a:lnTo>
                  <a:pt x="3979004" y="3046822"/>
                </a:lnTo>
                <a:lnTo>
                  <a:pt x="3979030" y="3047312"/>
                </a:lnTo>
                <a:lnTo>
                  <a:pt x="3979528" y="3047280"/>
                </a:lnTo>
                <a:lnTo>
                  <a:pt x="3980122" y="3058630"/>
                </a:lnTo>
                <a:cubicBezTo>
                  <a:pt x="3980122" y="3064266"/>
                  <a:pt x="3980064" y="3069889"/>
                  <a:pt x="3978752" y="3075472"/>
                </a:cubicBezTo>
                <a:cubicBezTo>
                  <a:pt x="3978794" y="3106561"/>
                  <a:pt x="3976343" y="3137210"/>
                  <a:pt x="3971285" y="3167222"/>
                </a:cubicBezTo>
                <a:lnTo>
                  <a:pt x="3970746" y="3173846"/>
                </a:lnTo>
                <a:cubicBezTo>
                  <a:pt x="3970577" y="3173851"/>
                  <a:pt x="3970408" y="3173856"/>
                  <a:pt x="3970241" y="3173908"/>
                </a:cubicBezTo>
                <a:cubicBezTo>
                  <a:pt x="3919965" y="3524002"/>
                  <a:pt x="3638926" y="3802574"/>
                  <a:pt x="3280075" y="3861506"/>
                </a:cubicBezTo>
                <a:lnTo>
                  <a:pt x="3279959" y="3862645"/>
                </a:lnTo>
                <a:cubicBezTo>
                  <a:pt x="3274648" y="3863648"/>
                  <a:pt x="3269319" y="3864589"/>
                  <a:pt x="3263742" y="3864173"/>
                </a:cubicBezTo>
                <a:cubicBezTo>
                  <a:pt x="3232570" y="3869683"/>
                  <a:pt x="3200690" y="3872641"/>
                  <a:pt x="3168316" y="3873164"/>
                </a:cubicBezTo>
                <a:lnTo>
                  <a:pt x="3151197" y="3874777"/>
                </a:lnTo>
                <a:lnTo>
                  <a:pt x="3151171" y="3874286"/>
                </a:lnTo>
                <a:lnTo>
                  <a:pt x="3150672" y="3874319"/>
                </a:lnTo>
                <a:cubicBezTo>
                  <a:pt x="3150106" y="3870547"/>
                  <a:pt x="3150079" y="3866761"/>
                  <a:pt x="3150079" y="3862969"/>
                </a:cubicBezTo>
                <a:close/>
                <a:moveTo>
                  <a:pt x="2442890" y="1181049"/>
                </a:moveTo>
                <a:cubicBezTo>
                  <a:pt x="2718080" y="1121906"/>
                  <a:pt x="2932923" y="907109"/>
                  <a:pt x="2986199" y="636203"/>
                </a:cubicBezTo>
                <a:cubicBezTo>
                  <a:pt x="2711009" y="695346"/>
                  <a:pt x="2496165" y="910143"/>
                  <a:pt x="2442890" y="1181049"/>
                </a:cubicBezTo>
                <a:close/>
                <a:moveTo>
                  <a:pt x="2442890" y="1493690"/>
                </a:moveTo>
                <a:cubicBezTo>
                  <a:pt x="2496166" y="1762469"/>
                  <a:pt x="2711009" y="1975579"/>
                  <a:pt x="2986199" y="2034258"/>
                </a:cubicBezTo>
                <a:cubicBezTo>
                  <a:pt x="2932924" y="1765479"/>
                  <a:pt x="2718080" y="1552369"/>
                  <a:pt x="2442890" y="1493690"/>
                </a:cubicBezTo>
                <a:close/>
                <a:moveTo>
                  <a:pt x="2442890" y="2877874"/>
                </a:moveTo>
                <a:cubicBezTo>
                  <a:pt x="2718080" y="2818731"/>
                  <a:pt x="2932923" y="2603934"/>
                  <a:pt x="2986199" y="2333028"/>
                </a:cubicBezTo>
                <a:cubicBezTo>
                  <a:pt x="2711009" y="2392171"/>
                  <a:pt x="2496165" y="2606968"/>
                  <a:pt x="2442890" y="2877874"/>
                </a:cubicBezTo>
                <a:close/>
                <a:moveTo>
                  <a:pt x="2442890" y="3190516"/>
                </a:moveTo>
                <a:cubicBezTo>
                  <a:pt x="2496166" y="3459294"/>
                  <a:pt x="2711009" y="3672404"/>
                  <a:pt x="2986199" y="3731083"/>
                </a:cubicBezTo>
                <a:cubicBezTo>
                  <a:pt x="2932924" y="3462304"/>
                  <a:pt x="2718080" y="3249194"/>
                  <a:pt x="2442890" y="3190516"/>
                </a:cubicBezTo>
                <a:close/>
                <a:moveTo>
                  <a:pt x="2410871" y="4305008"/>
                </a:moveTo>
                <a:lnTo>
                  <a:pt x="2439316" y="4255797"/>
                </a:lnTo>
                <a:cubicBezTo>
                  <a:pt x="2564553" y="4070062"/>
                  <a:pt x="2765510" y="3937139"/>
                  <a:pt x="2999569" y="3898397"/>
                </a:cubicBezTo>
                <a:lnTo>
                  <a:pt x="2999686" y="3897249"/>
                </a:lnTo>
                <a:cubicBezTo>
                  <a:pt x="3004995" y="3896239"/>
                  <a:pt x="3010323" y="3895291"/>
                  <a:pt x="3015899" y="3895710"/>
                </a:cubicBezTo>
                <a:cubicBezTo>
                  <a:pt x="3047082" y="3890153"/>
                  <a:pt x="3078975" y="3887172"/>
                  <a:pt x="3111360" y="3886645"/>
                </a:cubicBezTo>
                <a:lnTo>
                  <a:pt x="3128448" y="3885022"/>
                </a:lnTo>
                <a:lnTo>
                  <a:pt x="3128474" y="3885516"/>
                </a:lnTo>
                <a:lnTo>
                  <a:pt x="3128972" y="3885483"/>
                </a:lnTo>
                <a:lnTo>
                  <a:pt x="3129566" y="3896923"/>
                </a:lnTo>
                <a:cubicBezTo>
                  <a:pt x="3129566" y="3902604"/>
                  <a:pt x="3129507" y="3908271"/>
                  <a:pt x="3128195" y="3913899"/>
                </a:cubicBezTo>
                <a:cubicBezTo>
                  <a:pt x="3128237" y="3945234"/>
                  <a:pt x="3125787" y="3976125"/>
                  <a:pt x="3120728" y="4006375"/>
                </a:cubicBezTo>
                <a:lnTo>
                  <a:pt x="3120190" y="4013051"/>
                </a:lnTo>
                <a:cubicBezTo>
                  <a:pt x="3120020" y="4013056"/>
                  <a:pt x="3119852" y="4013061"/>
                  <a:pt x="3119684" y="4013114"/>
                </a:cubicBezTo>
                <a:cubicBezTo>
                  <a:pt x="3107502" y="4098618"/>
                  <a:pt x="3081770" y="4179889"/>
                  <a:pt x="3044567" y="4254710"/>
                </a:cubicBezTo>
                <a:lnTo>
                  <a:pt x="3014445" y="4305008"/>
                </a:lnTo>
                <a:lnTo>
                  <a:pt x="2860336" y="4305008"/>
                </a:lnTo>
                <a:lnTo>
                  <a:pt x="2887018" y="4271827"/>
                </a:lnTo>
                <a:cubicBezTo>
                  <a:pt x="2934773" y="4199373"/>
                  <a:pt x="2968952" y="4117553"/>
                  <a:pt x="2986199" y="4029853"/>
                </a:cubicBezTo>
                <a:cubicBezTo>
                  <a:pt x="2839947" y="4061285"/>
                  <a:pt x="2710740" y="4136681"/>
                  <a:pt x="2614045" y="4241205"/>
                </a:cubicBezTo>
                <a:lnTo>
                  <a:pt x="2561922" y="4305008"/>
                </a:lnTo>
                <a:close/>
                <a:moveTo>
                  <a:pt x="2376360" y="0"/>
                </a:moveTo>
                <a:lnTo>
                  <a:pt x="2524998" y="0"/>
                </a:lnTo>
                <a:lnTo>
                  <a:pt x="2547226" y="44350"/>
                </a:lnTo>
                <a:cubicBezTo>
                  <a:pt x="2646819" y="191052"/>
                  <a:pt x="2803160" y="298404"/>
                  <a:pt x="2986199" y="337433"/>
                </a:cubicBezTo>
                <a:cubicBezTo>
                  <a:pt x="2967274" y="241952"/>
                  <a:pt x="2927959" y="153496"/>
                  <a:pt x="2872691" y="76659"/>
                </a:cubicBezTo>
                <a:lnTo>
                  <a:pt x="2804464" y="0"/>
                </a:lnTo>
                <a:lnTo>
                  <a:pt x="2972839" y="0"/>
                </a:lnTo>
                <a:lnTo>
                  <a:pt x="3035473" y="96778"/>
                </a:lnTo>
                <a:cubicBezTo>
                  <a:pt x="3077594" y="175780"/>
                  <a:pt x="3106535" y="262463"/>
                  <a:pt x="3119686" y="354040"/>
                </a:cubicBezTo>
                <a:cubicBezTo>
                  <a:pt x="3119853" y="354093"/>
                  <a:pt x="3120023" y="354098"/>
                  <a:pt x="3120191" y="354103"/>
                </a:cubicBezTo>
                <a:lnTo>
                  <a:pt x="3120732" y="360740"/>
                </a:lnTo>
                <a:cubicBezTo>
                  <a:pt x="3125788" y="390746"/>
                  <a:pt x="3128238" y="421389"/>
                  <a:pt x="3128196" y="452471"/>
                </a:cubicBezTo>
                <a:cubicBezTo>
                  <a:pt x="3129508" y="458057"/>
                  <a:pt x="3129566" y="463681"/>
                  <a:pt x="3129566" y="469318"/>
                </a:cubicBezTo>
                <a:cubicBezTo>
                  <a:pt x="3129566" y="473110"/>
                  <a:pt x="3129539" y="476896"/>
                  <a:pt x="3128973" y="480669"/>
                </a:cubicBezTo>
                <a:lnTo>
                  <a:pt x="3128474" y="480636"/>
                </a:lnTo>
                <a:lnTo>
                  <a:pt x="3128448" y="481127"/>
                </a:lnTo>
                <a:lnTo>
                  <a:pt x="3111330" y="479514"/>
                </a:lnTo>
                <a:cubicBezTo>
                  <a:pt x="3078956" y="478991"/>
                  <a:pt x="3047075" y="476033"/>
                  <a:pt x="3015903" y="470523"/>
                </a:cubicBezTo>
                <a:cubicBezTo>
                  <a:pt x="3010326" y="470939"/>
                  <a:pt x="3004997" y="469998"/>
                  <a:pt x="2999687" y="468995"/>
                </a:cubicBezTo>
                <a:lnTo>
                  <a:pt x="2999571" y="467856"/>
                </a:lnTo>
                <a:cubicBezTo>
                  <a:pt x="2758165" y="428211"/>
                  <a:pt x="2551973" y="289169"/>
                  <a:pt x="2428199" y="95636"/>
                </a:cubicBezTo>
                <a:close/>
                <a:moveTo>
                  <a:pt x="2299523" y="1313979"/>
                </a:moveTo>
                <a:cubicBezTo>
                  <a:pt x="2299523" y="1308297"/>
                  <a:pt x="2299582" y="1302628"/>
                  <a:pt x="2300894" y="1296998"/>
                </a:cubicBezTo>
                <a:cubicBezTo>
                  <a:pt x="2300852" y="1265670"/>
                  <a:pt x="2303301" y="1234785"/>
                  <a:pt x="2308358" y="1204541"/>
                </a:cubicBezTo>
                <a:lnTo>
                  <a:pt x="2308898" y="1197851"/>
                </a:lnTo>
                <a:cubicBezTo>
                  <a:pt x="2309067" y="1197846"/>
                  <a:pt x="2309236" y="1197841"/>
                  <a:pt x="2309404" y="1197788"/>
                </a:cubicBezTo>
                <a:cubicBezTo>
                  <a:pt x="2359680" y="844922"/>
                  <a:pt x="2640719" y="564145"/>
                  <a:pt x="2999570" y="504747"/>
                </a:cubicBezTo>
                <a:lnTo>
                  <a:pt x="2999687" y="503599"/>
                </a:lnTo>
                <a:cubicBezTo>
                  <a:pt x="3004995" y="502589"/>
                  <a:pt x="3010323" y="501641"/>
                  <a:pt x="3015899" y="502060"/>
                </a:cubicBezTo>
                <a:cubicBezTo>
                  <a:pt x="3047083" y="496503"/>
                  <a:pt x="3078975" y="493522"/>
                  <a:pt x="3111361" y="492995"/>
                </a:cubicBezTo>
                <a:lnTo>
                  <a:pt x="3128448" y="491372"/>
                </a:lnTo>
                <a:lnTo>
                  <a:pt x="3128474" y="491866"/>
                </a:lnTo>
                <a:lnTo>
                  <a:pt x="3128972" y="491833"/>
                </a:lnTo>
                <a:lnTo>
                  <a:pt x="3129566" y="503273"/>
                </a:lnTo>
                <a:cubicBezTo>
                  <a:pt x="3129566" y="508954"/>
                  <a:pt x="3129508" y="514621"/>
                  <a:pt x="3128196" y="520249"/>
                </a:cubicBezTo>
                <a:cubicBezTo>
                  <a:pt x="3128238" y="551584"/>
                  <a:pt x="3125787" y="582475"/>
                  <a:pt x="3120729" y="612725"/>
                </a:cubicBezTo>
                <a:lnTo>
                  <a:pt x="3120190" y="619401"/>
                </a:lnTo>
                <a:cubicBezTo>
                  <a:pt x="3120021" y="619406"/>
                  <a:pt x="3119852" y="619411"/>
                  <a:pt x="3119685" y="619464"/>
                </a:cubicBezTo>
                <a:cubicBezTo>
                  <a:pt x="3069409" y="972329"/>
                  <a:pt x="2788370" y="1253106"/>
                  <a:pt x="2429519" y="1312505"/>
                </a:cubicBezTo>
                <a:lnTo>
                  <a:pt x="2429403" y="1313653"/>
                </a:lnTo>
                <a:cubicBezTo>
                  <a:pt x="2424092" y="1314664"/>
                  <a:pt x="2418763" y="1315612"/>
                  <a:pt x="2413186" y="1315193"/>
                </a:cubicBezTo>
                <a:cubicBezTo>
                  <a:pt x="2382014" y="1320747"/>
                  <a:pt x="2350134" y="1323728"/>
                  <a:pt x="2317760" y="1324255"/>
                </a:cubicBezTo>
                <a:lnTo>
                  <a:pt x="2300641" y="1325881"/>
                </a:lnTo>
                <a:lnTo>
                  <a:pt x="2300615" y="1325386"/>
                </a:lnTo>
                <a:lnTo>
                  <a:pt x="2300116" y="1325419"/>
                </a:lnTo>
                <a:cubicBezTo>
                  <a:pt x="2299550" y="1321617"/>
                  <a:pt x="2299523" y="1317801"/>
                  <a:pt x="2299523" y="1313979"/>
                </a:cubicBezTo>
                <a:close/>
                <a:moveTo>
                  <a:pt x="2299523" y="1361805"/>
                </a:moveTo>
                <a:lnTo>
                  <a:pt x="2300117" y="1350455"/>
                </a:lnTo>
                <a:lnTo>
                  <a:pt x="2300615" y="1350487"/>
                </a:lnTo>
                <a:lnTo>
                  <a:pt x="2300641" y="1349997"/>
                </a:lnTo>
                <a:lnTo>
                  <a:pt x="2317729" y="1351607"/>
                </a:lnTo>
                <a:cubicBezTo>
                  <a:pt x="2350114" y="1352130"/>
                  <a:pt x="2382007" y="1355088"/>
                  <a:pt x="2413190" y="1360601"/>
                </a:cubicBezTo>
                <a:cubicBezTo>
                  <a:pt x="2418766" y="1360185"/>
                  <a:pt x="2424094" y="1361126"/>
                  <a:pt x="2429403" y="1362128"/>
                </a:cubicBezTo>
                <a:lnTo>
                  <a:pt x="2429520" y="1363267"/>
                </a:lnTo>
                <a:cubicBezTo>
                  <a:pt x="2788370" y="1422199"/>
                  <a:pt x="3069409" y="1700770"/>
                  <a:pt x="3119686" y="2050865"/>
                </a:cubicBezTo>
                <a:cubicBezTo>
                  <a:pt x="3119853" y="2050918"/>
                  <a:pt x="3120023" y="2050923"/>
                  <a:pt x="3120191" y="2050928"/>
                </a:cubicBezTo>
                <a:lnTo>
                  <a:pt x="3120732" y="2057565"/>
                </a:lnTo>
                <a:cubicBezTo>
                  <a:pt x="3125788" y="2087572"/>
                  <a:pt x="3128238" y="2118214"/>
                  <a:pt x="3128196" y="2149296"/>
                </a:cubicBezTo>
                <a:cubicBezTo>
                  <a:pt x="3129508" y="2154882"/>
                  <a:pt x="3129566" y="2160506"/>
                  <a:pt x="3129566" y="2166144"/>
                </a:cubicBezTo>
                <a:cubicBezTo>
                  <a:pt x="3129566" y="2169936"/>
                  <a:pt x="3129539" y="2173722"/>
                  <a:pt x="3128973" y="2177494"/>
                </a:cubicBezTo>
                <a:lnTo>
                  <a:pt x="3128474" y="2177461"/>
                </a:lnTo>
                <a:lnTo>
                  <a:pt x="3128448" y="2177952"/>
                </a:lnTo>
                <a:lnTo>
                  <a:pt x="3111330" y="2176339"/>
                </a:lnTo>
                <a:cubicBezTo>
                  <a:pt x="3078956" y="2175816"/>
                  <a:pt x="3047075" y="2172858"/>
                  <a:pt x="3015903" y="2167348"/>
                </a:cubicBezTo>
                <a:cubicBezTo>
                  <a:pt x="3010326" y="2167764"/>
                  <a:pt x="3004997" y="2166823"/>
                  <a:pt x="2999687" y="2165820"/>
                </a:cubicBezTo>
                <a:lnTo>
                  <a:pt x="2999571" y="2164681"/>
                </a:lnTo>
                <a:cubicBezTo>
                  <a:pt x="2640719" y="2105749"/>
                  <a:pt x="2359680" y="1827177"/>
                  <a:pt x="2309405" y="1477083"/>
                </a:cubicBezTo>
                <a:cubicBezTo>
                  <a:pt x="2309237" y="1477030"/>
                  <a:pt x="2309069" y="1477026"/>
                  <a:pt x="2308899" y="1477021"/>
                </a:cubicBezTo>
                <a:lnTo>
                  <a:pt x="2308361" y="1470397"/>
                </a:lnTo>
                <a:cubicBezTo>
                  <a:pt x="2303302" y="1440385"/>
                  <a:pt x="2300852" y="1409736"/>
                  <a:pt x="2300894" y="1378647"/>
                </a:cubicBezTo>
                <a:cubicBezTo>
                  <a:pt x="2299582" y="1373063"/>
                  <a:pt x="2299523" y="1367441"/>
                  <a:pt x="2299523" y="1361805"/>
                </a:cubicBezTo>
                <a:close/>
                <a:moveTo>
                  <a:pt x="2299523" y="3010804"/>
                </a:moveTo>
                <a:cubicBezTo>
                  <a:pt x="2299523" y="3005122"/>
                  <a:pt x="2299582" y="2999453"/>
                  <a:pt x="2300894" y="2993823"/>
                </a:cubicBezTo>
                <a:cubicBezTo>
                  <a:pt x="2300852" y="2962495"/>
                  <a:pt x="2303301" y="2931610"/>
                  <a:pt x="2308358" y="2901366"/>
                </a:cubicBezTo>
                <a:lnTo>
                  <a:pt x="2308898" y="2894676"/>
                </a:lnTo>
                <a:cubicBezTo>
                  <a:pt x="2309067" y="2894671"/>
                  <a:pt x="2309236" y="2894666"/>
                  <a:pt x="2309404" y="2894613"/>
                </a:cubicBezTo>
                <a:cubicBezTo>
                  <a:pt x="2359680" y="2541747"/>
                  <a:pt x="2640719" y="2260970"/>
                  <a:pt x="2999570" y="2201572"/>
                </a:cubicBezTo>
                <a:lnTo>
                  <a:pt x="2999687" y="2200424"/>
                </a:lnTo>
                <a:cubicBezTo>
                  <a:pt x="3004995" y="2199414"/>
                  <a:pt x="3010323" y="2198466"/>
                  <a:pt x="3015899" y="2198885"/>
                </a:cubicBezTo>
                <a:cubicBezTo>
                  <a:pt x="3047083" y="2193328"/>
                  <a:pt x="3078975" y="2190347"/>
                  <a:pt x="3111361" y="2189820"/>
                </a:cubicBezTo>
                <a:lnTo>
                  <a:pt x="3128448" y="2188197"/>
                </a:lnTo>
                <a:lnTo>
                  <a:pt x="3128474" y="2188691"/>
                </a:lnTo>
                <a:lnTo>
                  <a:pt x="3128972" y="2188658"/>
                </a:lnTo>
                <a:lnTo>
                  <a:pt x="3129566" y="2200098"/>
                </a:lnTo>
                <a:cubicBezTo>
                  <a:pt x="3129566" y="2205779"/>
                  <a:pt x="3129508" y="2211446"/>
                  <a:pt x="3128196" y="2217074"/>
                </a:cubicBezTo>
                <a:cubicBezTo>
                  <a:pt x="3128238" y="2248409"/>
                  <a:pt x="3125787" y="2279300"/>
                  <a:pt x="3120729" y="2309550"/>
                </a:cubicBezTo>
                <a:lnTo>
                  <a:pt x="3120190" y="2316226"/>
                </a:lnTo>
                <a:cubicBezTo>
                  <a:pt x="3120021" y="2316231"/>
                  <a:pt x="3119852" y="2316236"/>
                  <a:pt x="3119685" y="2316289"/>
                </a:cubicBezTo>
                <a:cubicBezTo>
                  <a:pt x="3069409" y="2669154"/>
                  <a:pt x="2788370" y="2949931"/>
                  <a:pt x="2429519" y="3009330"/>
                </a:cubicBezTo>
                <a:lnTo>
                  <a:pt x="2429403" y="3010478"/>
                </a:lnTo>
                <a:cubicBezTo>
                  <a:pt x="2424092" y="3011489"/>
                  <a:pt x="2418763" y="3012437"/>
                  <a:pt x="2413186" y="3012018"/>
                </a:cubicBezTo>
                <a:cubicBezTo>
                  <a:pt x="2382014" y="3017572"/>
                  <a:pt x="2350134" y="3020553"/>
                  <a:pt x="2317760" y="3021080"/>
                </a:cubicBezTo>
                <a:lnTo>
                  <a:pt x="2300641" y="3022706"/>
                </a:lnTo>
                <a:lnTo>
                  <a:pt x="2300615" y="3022211"/>
                </a:lnTo>
                <a:lnTo>
                  <a:pt x="2300116" y="3022244"/>
                </a:lnTo>
                <a:cubicBezTo>
                  <a:pt x="2299550" y="3018442"/>
                  <a:pt x="2299523" y="3014626"/>
                  <a:pt x="2299523" y="3010804"/>
                </a:cubicBezTo>
                <a:close/>
                <a:moveTo>
                  <a:pt x="2299523" y="3058630"/>
                </a:moveTo>
                <a:lnTo>
                  <a:pt x="2300117" y="3047280"/>
                </a:lnTo>
                <a:lnTo>
                  <a:pt x="2300615" y="3047312"/>
                </a:lnTo>
                <a:lnTo>
                  <a:pt x="2300641" y="3046822"/>
                </a:lnTo>
                <a:lnTo>
                  <a:pt x="2317729" y="3048432"/>
                </a:lnTo>
                <a:cubicBezTo>
                  <a:pt x="2350114" y="3048955"/>
                  <a:pt x="2382007" y="3051913"/>
                  <a:pt x="2413190" y="3057426"/>
                </a:cubicBezTo>
                <a:cubicBezTo>
                  <a:pt x="2418766" y="3057010"/>
                  <a:pt x="2424094" y="3057951"/>
                  <a:pt x="2429403" y="3058953"/>
                </a:cubicBezTo>
                <a:lnTo>
                  <a:pt x="2429520" y="3060092"/>
                </a:lnTo>
                <a:cubicBezTo>
                  <a:pt x="2788370" y="3119024"/>
                  <a:pt x="3069409" y="3397595"/>
                  <a:pt x="3119686" y="3747690"/>
                </a:cubicBezTo>
                <a:cubicBezTo>
                  <a:pt x="3119853" y="3747743"/>
                  <a:pt x="3120023" y="3747748"/>
                  <a:pt x="3120191" y="3747753"/>
                </a:cubicBezTo>
                <a:lnTo>
                  <a:pt x="3120732" y="3754390"/>
                </a:lnTo>
                <a:cubicBezTo>
                  <a:pt x="3125788" y="3784397"/>
                  <a:pt x="3128238" y="3815039"/>
                  <a:pt x="3128196" y="3846121"/>
                </a:cubicBezTo>
                <a:cubicBezTo>
                  <a:pt x="3129508" y="3851707"/>
                  <a:pt x="3129566" y="3857331"/>
                  <a:pt x="3129566" y="3862969"/>
                </a:cubicBezTo>
                <a:cubicBezTo>
                  <a:pt x="3129566" y="3866761"/>
                  <a:pt x="3129539" y="3870547"/>
                  <a:pt x="3128973" y="3874319"/>
                </a:cubicBezTo>
                <a:lnTo>
                  <a:pt x="3128474" y="3874286"/>
                </a:lnTo>
                <a:lnTo>
                  <a:pt x="3128448" y="3874777"/>
                </a:lnTo>
                <a:lnTo>
                  <a:pt x="3111330" y="3873164"/>
                </a:lnTo>
                <a:cubicBezTo>
                  <a:pt x="3078956" y="3872641"/>
                  <a:pt x="3047075" y="3869683"/>
                  <a:pt x="3015903" y="3864173"/>
                </a:cubicBezTo>
                <a:cubicBezTo>
                  <a:pt x="3010326" y="3864589"/>
                  <a:pt x="3004997" y="3863648"/>
                  <a:pt x="2999687" y="3862645"/>
                </a:cubicBezTo>
                <a:lnTo>
                  <a:pt x="2999571" y="3861506"/>
                </a:lnTo>
                <a:cubicBezTo>
                  <a:pt x="2640719" y="3802574"/>
                  <a:pt x="2359680" y="3524002"/>
                  <a:pt x="2309405" y="3173908"/>
                </a:cubicBezTo>
                <a:cubicBezTo>
                  <a:pt x="2309237" y="3173856"/>
                  <a:pt x="2309069" y="3173851"/>
                  <a:pt x="2308899" y="3173846"/>
                </a:cubicBezTo>
                <a:lnTo>
                  <a:pt x="2308361" y="3167222"/>
                </a:lnTo>
                <a:cubicBezTo>
                  <a:pt x="2303302" y="3137210"/>
                  <a:pt x="2300852" y="3106561"/>
                  <a:pt x="2300894" y="3075472"/>
                </a:cubicBezTo>
                <a:cubicBezTo>
                  <a:pt x="2299582" y="3069889"/>
                  <a:pt x="2299523" y="3064266"/>
                  <a:pt x="2299523" y="3058630"/>
                </a:cubicBezTo>
                <a:close/>
                <a:moveTo>
                  <a:pt x="1601297" y="636203"/>
                </a:moveTo>
                <a:cubicBezTo>
                  <a:pt x="1654573" y="907109"/>
                  <a:pt x="1869416" y="1121906"/>
                  <a:pt x="2144606" y="1181049"/>
                </a:cubicBezTo>
                <a:cubicBezTo>
                  <a:pt x="2091331" y="910143"/>
                  <a:pt x="1876487" y="695346"/>
                  <a:pt x="1601297" y="636203"/>
                </a:cubicBezTo>
                <a:close/>
                <a:moveTo>
                  <a:pt x="1601297" y="2333028"/>
                </a:moveTo>
                <a:cubicBezTo>
                  <a:pt x="1654573" y="2603934"/>
                  <a:pt x="1869416" y="2818731"/>
                  <a:pt x="2144606" y="2877874"/>
                </a:cubicBezTo>
                <a:cubicBezTo>
                  <a:pt x="2091331" y="2606968"/>
                  <a:pt x="1876487" y="2392171"/>
                  <a:pt x="1601297" y="2333028"/>
                </a:cubicBezTo>
                <a:close/>
                <a:moveTo>
                  <a:pt x="1601295" y="2034258"/>
                </a:moveTo>
                <a:cubicBezTo>
                  <a:pt x="1876485" y="1975579"/>
                  <a:pt x="2091328" y="1762469"/>
                  <a:pt x="2144604" y="1493690"/>
                </a:cubicBezTo>
                <a:cubicBezTo>
                  <a:pt x="1869414" y="1552369"/>
                  <a:pt x="1654570" y="1765479"/>
                  <a:pt x="1601295" y="2034258"/>
                </a:cubicBezTo>
                <a:close/>
                <a:moveTo>
                  <a:pt x="1601295" y="3731083"/>
                </a:moveTo>
                <a:cubicBezTo>
                  <a:pt x="1876485" y="3672404"/>
                  <a:pt x="2091328" y="3459294"/>
                  <a:pt x="2144604" y="3190516"/>
                </a:cubicBezTo>
                <a:cubicBezTo>
                  <a:pt x="1869414" y="3249194"/>
                  <a:pt x="1654570" y="3462304"/>
                  <a:pt x="1601295" y="3731083"/>
                </a:cubicBezTo>
                <a:close/>
                <a:moveTo>
                  <a:pt x="1457930" y="503273"/>
                </a:moveTo>
                <a:lnTo>
                  <a:pt x="1458524" y="491833"/>
                </a:lnTo>
                <a:lnTo>
                  <a:pt x="1459022" y="491866"/>
                </a:lnTo>
                <a:lnTo>
                  <a:pt x="1459048" y="491372"/>
                </a:lnTo>
                <a:lnTo>
                  <a:pt x="1476135" y="492995"/>
                </a:lnTo>
                <a:cubicBezTo>
                  <a:pt x="1508521" y="493522"/>
                  <a:pt x="1540413" y="496503"/>
                  <a:pt x="1571597" y="502060"/>
                </a:cubicBezTo>
                <a:cubicBezTo>
                  <a:pt x="1577173" y="501641"/>
                  <a:pt x="1582501" y="502589"/>
                  <a:pt x="1587809" y="503599"/>
                </a:cubicBezTo>
                <a:lnTo>
                  <a:pt x="1587926" y="504747"/>
                </a:lnTo>
                <a:cubicBezTo>
                  <a:pt x="1946777" y="564145"/>
                  <a:pt x="2227816" y="844922"/>
                  <a:pt x="2278092" y="1197788"/>
                </a:cubicBezTo>
                <a:cubicBezTo>
                  <a:pt x="2278260" y="1197841"/>
                  <a:pt x="2278429" y="1197846"/>
                  <a:pt x="2278598" y="1197851"/>
                </a:cubicBezTo>
                <a:lnTo>
                  <a:pt x="2279138" y="1204541"/>
                </a:lnTo>
                <a:cubicBezTo>
                  <a:pt x="2284195" y="1234785"/>
                  <a:pt x="2286644" y="1265670"/>
                  <a:pt x="2286602" y="1296998"/>
                </a:cubicBezTo>
                <a:cubicBezTo>
                  <a:pt x="2287914" y="1302628"/>
                  <a:pt x="2287973" y="1308297"/>
                  <a:pt x="2287973" y="1313979"/>
                </a:cubicBezTo>
                <a:cubicBezTo>
                  <a:pt x="2287973" y="1317801"/>
                  <a:pt x="2287946" y="1321617"/>
                  <a:pt x="2287380" y="1325419"/>
                </a:cubicBezTo>
                <a:lnTo>
                  <a:pt x="2286881" y="1325386"/>
                </a:lnTo>
                <a:lnTo>
                  <a:pt x="2286855" y="1325881"/>
                </a:lnTo>
                <a:lnTo>
                  <a:pt x="2269736" y="1324255"/>
                </a:lnTo>
                <a:cubicBezTo>
                  <a:pt x="2237362" y="1323728"/>
                  <a:pt x="2205482" y="1320747"/>
                  <a:pt x="2174310" y="1315193"/>
                </a:cubicBezTo>
                <a:cubicBezTo>
                  <a:pt x="2168733" y="1315612"/>
                  <a:pt x="2163404" y="1314664"/>
                  <a:pt x="2158093" y="1313653"/>
                </a:cubicBezTo>
                <a:lnTo>
                  <a:pt x="2157977" y="1312505"/>
                </a:lnTo>
                <a:cubicBezTo>
                  <a:pt x="1799126" y="1253106"/>
                  <a:pt x="1518087" y="972329"/>
                  <a:pt x="1467811" y="619464"/>
                </a:cubicBezTo>
                <a:cubicBezTo>
                  <a:pt x="1467644" y="619411"/>
                  <a:pt x="1467475" y="619406"/>
                  <a:pt x="1467306" y="619401"/>
                </a:cubicBezTo>
                <a:lnTo>
                  <a:pt x="1466767" y="612725"/>
                </a:lnTo>
                <a:cubicBezTo>
                  <a:pt x="1461709" y="582475"/>
                  <a:pt x="1459258" y="551584"/>
                  <a:pt x="1459300" y="520249"/>
                </a:cubicBezTo>
                <a:cubicBezTo>
                  <a:pt x="1457988" y="514621"/>
                  <a:pt x="1457930" y="508954"/>
                  <a:pt x="1457930" y="503273"/>
                </a:cubicBezTo>
                <a:close/>
                <a:moveTo>
                  <a:pt x="1457930" y="2200098"/>
                </a:moveTo>
                <a:lnTo>
                  <a:pt x="1458524" y="2188658"/>
                </a:lnTo>
                <a:lnTo>
                  <a:pt x="1459022" y="2188691"/>
                </a:lnTo>
                <a:lnTo>
                  <a:pt x="1459048" y="2188197"/>
                </a:lnTo>
                <a:lnTo>
                  <a:pt x="1476135" y="2189820"/>
                </a:lnTo>
                <a:cubicBezTo>
                  <a:pt x="1508521" y="2190347"/>
                  <a:pt x="1540413" y="2193328"/>
                  <a:pt x="1571597" y="2198885"/>
                </a:cubicBezTo>
                <a:cubicBezTo>
                  <a:pt x="1577173" y="2198466"/>
                  <a:pt x="1582501" y="2199414"/>
                  <a:pt x="1587809" y="2200424"/>
                </a:cubicBezTo>
                <a:lnTo>
                  <a:pt x="1587926" y="2201572"/>
                </a:lnTo>
                <a:cubicBezTo>
                  <a:pt x="1946777" y="2260970"/>
                  <a:pt x="2227816" y="2541747"/>
                  <a:pt x="2278092" y="2894613"/>
                </a:cubicBezTo>
                <a:cubicBezTo>
                  <a:pt x="2278260" y="2894666"/>
                  <a:pt x="2278429" y="2894671"/>
                  <a:pt x="2278598" y="2894676"/>
                </a:cubicBezTo>
                <a:lnTo>
                  <a:pt x="2279138" y="2901366"/>
                </a:lnTo>
                <a:cubicBezTo>
                  <a:pt x="2284195" y="2931610"/>
                  <a:pt x="2286644" y="2962495"/>
                  <a:pt x="2286602" y="2993823"/>
                </a:cubicBezTo>
                <a:cubicBezTo>
                  <a:pt x="2287914" y="2999453"/>
                  <a:pt x="2287973" y="3005122"/>
                  <a:pt x="2287973" y="3010804"/>
                </a:cubicBezTo>
                <a:cubicBezTo>
                  <a:pt x="2287973" y="3014626"/>
                  <a:pt x="2287946" y="3018442"/>
                  <a:pt x="2287380" y="3022244"/>
                </a:cubicBezTo>
                <a:lnTo>
                  <a:pt x="2286881" y="3022211"/>
                </a:lnTo>
                <a:lnTo>
                  <a:pt x="2286855" y="3022706"/>
                </a:lnTo>
                <a:lnTo>
                  <a:pt x="2269736" y="3021080"/>
                </a:lnTo>
                <a:cubicBezTo>
                  <a:pt x="2237362" y="3020553"/>
                  <a:pt x="2205482" y="3017572"/>
                  <a:pt x="2174310" y="3012018"/>
                </a:cubicBezTo>
                <a:cubicBezTo>
                  <a:pt x="2168733" y="3012437"/>
                  <a:pt x="2163404" y="3011489"/>
                  <a:pt x="2158093" y="3010478"/>
                </a:cubicBezTo>
                <a:lnTo>
                  <a:pt x="2157977" y="3009330"/>
                </a:lnTo>
                <a:cubicBezTo>
                  <a:pt x="1799126" y="2949931"/>
                  <a:pt x="1518087" y="2669154"/>
                  <a:pt x="1467811" y="2316289"/>
                </a:cubicBezTo>
                <a:cubicBezTo>
                  <a:pt x="1467644" y="2316236"/>
                  <a:pt x="1467475" y="2316231"/>
                  <a:pt x="1467306" y="2316226"/>
                </a:cubicBezTo>
                <a:lnTo>
                  <a:pt x="1466767" y="2309550"/>
                </a:lnTo>
                <a:cubicBezTo>
                  <a:pt x="1461709" y="2279300"/>
                  <a:pt x="1459258" y="2248409"/>
                  <a:pt x="1459300" y="2217074"/>
                </a:cubicBezTo>
                <a:cubicBezTo>
                  <a:pt x="1457988" y="2211446"/>
                  <a:pt x="1457930" y="2205779"/>
                  <a:pt x="1457930" y="2200098"/>
                </a:cubicBezTo>
                <a:close/>
                <a:moveTo>
                  <a:pt x="1457930" y="3896923"/>
                </a:moveTo>
                <a:lnTo>
                  <a:pt x="1458524" y="3885483"/>
                </a:lnTo>
                <a:lnTo>
                  <a:pt x="1459022" y="3885516"/>
                </a:lnTo>
                <a:lnTo>
                  <a:pt x="1459048" y="3885022"/>
                </a:lnTo>
                <a:lnTo>
                  <a:pt x="1476135" y="3886645"/>
                </a:lnTo>
                <a:cubicBezTo>
                  <a:pt x="1508521" y="3887172"/>
                  <a:pt x="1540413" y="3890153"/>
                  <a:pt x="1571597" y="3895710"/>
                </a:cubicBezTo>
                <a:cubicBezTo>
                  <a:pt x="1577173" y="3895291"/>
                  <a:pt x="1582501" y="3896239"/>
                  <a:pt x="1587809" y="3897249"/>
                </a:cubicBezTo>
                <a:lnTo>
                  <a:pt x="1587926" y="3898397"/>
                </a:lnTo>
                <a:cubicBezTo>
                  <a:pt x="1821986" y="3937139"/>
                  <a:pt x="2022942" y="4070062"/>
                  <a:pt x="2148179" y="4255797"/>
                </a:cubicBezTo>
                <a:lnTo>
                  <a:pt x="2176624" y="4305008"/>
                </a:lnTo>
                <a:lnTo>
                  <a:pt x="2025574" y="4305008"/>
                </a:lnTo>
                <a:lnTo>
                  <a:pt x="1973451" y="4241205"/>
                </a:lnTo>
                <a:cubicBezTo>
                  <a:pt x="1876755" y="4136681"/>
                  <a:pt x="1747549" y="4061285"/>
                  <a:pt x="1601297" y="4029853"/>
                </a:cubicBezTo>
                <a:cubicBezTo>
                  <a:pt x="1618544" y="4117553"/>
                  <a:pt x="1652724" y="4199373"/>
                  <a:pt x="1700478" y="4271827"/>
                </a:cubicBezTo>
                <a:lnTo>
                  <a:pt x="1727160" y="4305008"/>
                </a:lnTo>
                <a:lnTo>
                  <a:pt x="1573050" y="4305008"/>
                </a:lnTo>
                <a:lnTo>
                  <a:pt x="1542929" y="4254710"/>
                </a:lnTo>
                <a:cubicBezTo>
                  <a:pt x="1505726" y="4179889"/>
                  <a:pt x="1479994" y="4098618"/>
                  <a:pt x="1467811" y="4013114"/>
                </a:cubicBezTo>
                <a:cubicBezTo>
                  <a:pt x="1467644" y="4013061"/>
                  <a:pt x="1467475" y="4013056"/>
                  <a:pt x="1467306" y="4013051"/>
                </a:cubicBezTo>
                <a:lnTo>
                  <a:pt x="1466767" y="4006375"/>
                </a:lnTo>
                <a:cubicBezTo>
                  <a:pt x="1461709" y="3976125"/>
                  <a:pt x="1459258" y="3945234"/>
                  <a:pt x="1459300" y="3913899"/>
                </a:cubicBezTo>
                <a:cubicBezTo>
                  <a:pt x="1457988" y="3908271"/>
                  <a:pt x="1457930" y="3902604"/>
                  <a:pt x="1457930" y="3896923"/>
                </a:cubicBezTo>
                <a:close/>
                <a:moveTo>
                  <a:pt x="1457928" y="469318"/>
                </a:moveTo>
                <a:cubicBezTo>
                  <a:pt x="1457928" y="463681"/>
                  <a:pt x="1457986" y="458057"/>
                  <a:pt x="1459298" y="452471"/>
                </a:cubicBezTo>
                <a:cubicBezTo>
                  <a:pt x="1459256" y="421389"/>
                  <a:pt x="1461706" y="390746"/>
                  <a:pt x="1466762" y="360740"/>
                </a:cubicBezTo>
                <a:lnTo>
                  <a:pt x="1467303" y="354103"/>
                </a:lnTo>
                <a:cubicBezTo>
                  <a:pt x="1467471" y="354098"/>
                  <a:pt x="1467641" y="354093"/>
                  <a:pt x="1467808" y="354040"/>
                </a:cubicBezTo>
                <a:cubicBezTo>
                  <a:pt x="1480960" y="262463"/>
                  <a:pt x="1509901" y="175780"/>
                  <a:pt x="1552022" y="96778"/>
                </a:cubicBezTo>
                <a:lnTo>
                  <a:pt x="1614656" y="0"/>
                </a:lnTo>
                <a:lnTo>
                  <a:pt x="1783031" y="0"/>
                </a:lnTo>
                <a:lnTo>
                  <a:pt x="1714803" y="76659"/>
                </a:lnTo>
                <a:cubicBezTo>
                  <a:pt x="1659536" y="153496"/>
                  <a:pt x="1620221" y="241952"/>
                  <a:pt x="1601295" y="337433"/>
                </a:cubicBezTo>
                <a:cubicBezTo>
                  <a:pt x="1784335" y="298404"/>
                  <a:pt x="1940676" y="191052"/>
                  <a:pt x="2040269" y="44350"/>
                </a:cubicBezTo>
                <a:lnTo>
                  <a:pt x="2062497" y="0"/>
                </a:lnTo>
                <a:lnTo>
                  <a:pt x="2211135" y="0"/>
                </a:lnTo>
                <a:lnTo>
                  <a:pt x="2159296" y="95636"/>
                </a:lnTo>
                <a:cubicBezTo>
                  <a:pt x="2035522" y="289169"/>
                  <a:pt x="1829330" y="428211"/>
                  <a:pt x="1587923" y="467856"/>
                </a:cubicBezTo>
                <a:lnTo>
                  <a:pt x="1587807" y="468995"/>
                </a:lnTo>
                <a:cubicBezTo>
                  <a:pt x="1582497" y="469998"/>
                  <a:pt x="1577168" y="470939"/>
                  <a:pt x="1571591" y="470523"/>
                </a:cubicBezTo>
                <a:cubicBezTo>
                  <a:pt x="1540419" y="476033"/>
                  <a:pt x="1508538" y="478991"/>
                  <a:pt x="1476164" y="479514"/>
                </a:cubicBezTo>
                <a:lnTo>
                  <a:pt x="1459046" y="481127"/>
                </a:lnTo>
                <a:lnTo>
                  <a:pt x="1459020" y="480636"/>
                </a:lnTo>
                <a:lnTo>
                  <a:pt x="1458521" y="480669"/>
                </a:lnTo>
                <a:cubicBezTo>
                  <a:pt x="1457955" y="476896"/>
                  <a:pt x="1457928" y="473110"/>
                  <a:pt x="1457928" y="469318"/>
                </a:cubicBezTo>
                <a:close/>
                <a:moveTo>
                  <a:pt x="1457928" y="2166144"/>
                </a:moveTo>
                <a:cubicBezTo>
                  <a:pt x="1457928" y="2160506"/>
                  <a:pt x="1457986" y="2154882"/>
                  <a:pt x="1459298" y="2149296"/>
                </a:cubicBezTo>
                <a:cubicBezTo>
                  <a:pt x="1459256" y="2118214"/>
                  <a:pt x="1461706" y="2087572"/>
                  <a:pt x="1466762" y="2057565"/>
                </a:cubicBezTo>
                <a:lnTo>
                  <a:pt x="1467303" y="2050928"/>
                </a:lnTo>
                <a:cubicBezTo>
                  <a:pt x="1467471" y="2050923"/>
                  <a:pt x="1467641" y="2050918"/>
                  <a:pt x="1467808" y="2050865"/>
                </a:cubicBezTo>
                <a:cubicBezTo>
                  <a:pt x="1518085" y="1700770"/>
                  <a:pt x="1799124" y="1422199"/>
                  <a:pt x="2157974" y="1363267"/>
                </a:cubicBezTo>
                <a:lnTo>
                  <a:pt x="2158091" y="1362128"/>
                </a:lnTo>
                <a:cubicBezTo>
                  <a:pt x="2163400" y="1361126"/>
                  <a:pt x="2168728" y="1360185"/>
                  <a:pt x="2174304" y="1360601"/>
                </a:cubicBezTo>
                <a:cubicBezTo>
                  <a:pt x="2205487" y="1355088"/>
                  <a:pt x="2237380" y="1352130"/>
                  <a:pt x="2269765" y="1351607"/>
                </a:cubicBezTo>
                <a:lnTo>
                  <a:pt x="2286853" y="1349997"/>
                </a:lnTo>
                <a:lnTo>
                  <a:pt x="2286879" y="1350487"/>
                </a:lnTo>
                <a:lnTo>
                  <a:pt x="2287377" y="1350455"/>
                </a:lnTo>
                <a:lnTo>
                  <a:pt x="2287971" y="1361805"/>
                </a:lnTo>
                <a:cubicBezTo>
                  <a:pt x="2287971" y="1367441"/>
                  <a:pt x="2287912" y="1373063"/>
                  <a:pt x="2286600" y="1378647"/>
                </a:cubicBezTo>
                <a:cubicBezTo>
                  <a:pt x="2286642" y="1409736"/>
                  <a:pt x="2284192" y="1440385"/>
                  <a:pt x="2279133" y="1470397"/>
                </a:cubicBezTo>
                <a:lnTo>
                  <a:pt x="2278595" y="1477021"/>
                </a:lnTo>
                <a:cubicBezTo>
                  <a:pt x="2278425" y="1477026"/>
                  <a:pt x="2278257" y="1477030"/>
                  <a:pt x="2278089" y="1477083"/>
                </a:cubicBezTo>
                <a:cubicBezTo>
                  <a:pt x="2227814" y="1827177"/>
                  <a:pt x="1946775" y="2105749"/>
                  <a:pt x="1587923" y="2164681"/>
                </a:cubicBezTo>
                <a:lnTo>
                  <a:pt x="1587807" y="2165820"/>
                </a:lnTo>
                <a:cubicBezTo>
                  <a:pt x="1582497" y="2166823"/>
                  <a:pt x="1577168" y="2167764"/>
                  <a:pt x="1571591" y="2167348"/>
                </a:cubicBezTo>
                <a:cubicBezTo>
                  <a:pt x="1540419" y="2172858"/>
                  <a:pt x="1508538" y="2175816"/>
                  <a:pt x="1476164" y="2176339"/>
                </a:cubicBezTo>
                <a:lnTo>
                  <a:pt x="1459046" y="2177952"/>
                </a:lnTo>
                <a:lnTo>
                  <a:pt x="1459020" y="2177461"/>
                </a:lnTo>
                <a:lnTo>
                  <a:pt x="1458521" y="2177494"/>
                </a:lnTo>
                <a:cubicBezTo>
                  <a:pt x="1457955" y="2173722"/>
                  <a:pt x="1457928" y="2169936"/>
                  <a:pt x="1457928" y="2166144"/>
                </a:cubicBezTo>
                <a:close/>
                <a:moveTo>
                  <a:pt x="1457928" y="3862969"/>
                </a:moveTo>
                <a:cubicBezTo>
                  <a:pt x="1457928" y="3857331"/>
                  <a:pt x="1457986" y="3851707"/>
                  <a:pt x="1459298" y="3846121"/>
                </a:cubicBezTo>
                <a:cubicBezTo>
                  <a:pt x="1459256" y="3815039"/>
                  <a:pt x="1461706" y="3784397"/>
                  <a:pt x="1466762" y="3754390"/>
                </a:cubicBezTo>
                <a:lnTo>
                  <a:pt x="1467303" y="3747753"/>
                </a:lnTo>
                <a:cubicBezTo>
                  <a:pt x="1467471" y="3747748"/>
                  <a:pt x="1467641" y="3747743"/>
                  <a:pt x="1467808" y="3747690"/>
                </a:cubicBezTo>
                <a:cubicBezTo>
                  <a:pt x="1518085" y="3397595"/>
                  <a:pt x="1799124" y="3119024"/>
                  <a:pt x="2157974" y="3060092"/>
                </a:cubicBezTo>
                <a:lnTo>
                  <a:pt x="2158091" y="3058953"/>
                </a:lnTo>
                <a:cubicBezTo>
                  <a:pt x="2163400" y="3057951"/>
                  <a:pt x="2168728" y="3057010"/>
                  <a:pt x="2174304" y="3057426"/>
                </a:cubicBezTo>
                <a:cubicBezTo>
                  <a:pt x="2205487" y="3051913"/>
                  <a:pt x="2237380" y="3048955"/>
                  <a:pt x="2269765" y="3048432"/>
                </a:cubicBezTo>
                <a:lnTo>
                  <a:pt x="2286853" y="3046822"/>
                </a:lnTo>
                <a:lnTo>
                  <a:pt x="2286879" y="3047312"/>
                </a:lnTo>
                <a:lnTo>
                  <a:pt x="2287377" y="3047280"/>
                </a:lnTo>
                <a:lnTo>
                  <a:pt x="2287971" y="3058630"/>
                </a:lnTo>
                <a:cubicBezTo>
                  <a:pt x="2287971" y="3064266"/>
                  <a:pt x="2287912" y="3069889"/>
                  <a:pt x="2286600" y="3075472"/>
                </a:cubicBezTo>
                <a:cubicBezTo>
                  <a:pt x="2286642" y="3106561"/>
                  <a:pt x="2284192" y="3137210"/>
                  <a:pt x="2279133" y="3167222"/>
                </a:cubicBezTo>
                <a:lnTo>
                  <a:pt x="2278595" y="3173846"/>
                </a:lnTo>
                <a:cubicBezTo>
                  <a:pt x="2278425" y="3173851"/>
                  <a:pt x="2278257" y="3173856"/>
                  <a:pt x="2278089" y="3173908"/>
                </a:cubicBezTo>
                <a:cubicBezTo>
                  <a:pt x="2227814" y="3524002"/>
                  <a:pt x="1946775" y="3802574"/>
                  <a:pt x="1587923" y="3861506"/>
                </a:cubicBezTo>
                <a:lnTo>
                  <a:pt x="1587807" y="3862645"/>
                </a:lnTo>
                <a:cubicBezTo>
                  <a:pt x="1582497" y="3863648"/>
                  <a:pt x="1577168" y="3864589"/>
                  <a:pt x="1571591" y="3864173"/>
                </a:cubicBezTo>
                <a:cubicBezTo>
                  <a:pt x="1540419" y="3869683"/>
                  <a:pt x="1508538" y="3872641"/>
                  <a:pt x="1476164" y="3873164"/>
                </a:cubicBezTo>
                <a:lnTo>
                  <a:pt x="1459046" y="3874777"/>
                </a:lnTo>
                <a:lnTo>
                  <a:pt x="1459020" y="3874286"/>
                </a:lnTo>
                <a:lnTo>
                  <a:pt x="1458521" y="3874319"/>
                </a:lnTo>
                <a:cubicBezTo>
                  <a:pt x="1457955" y="3870547"/>
                  <a:pt x="1457928" y="3866761"/>
                  <a:pt x="1457928" y="3862969"/>
                </a:cubicBezTo>
                <a:close/>
                <a:moveTo>
                  <a:pt x="750739" y="1181049"/>
                </a:moveTo>
                <a:cubicBezTo>
                  <a:pt x="1025929" y="1121906"/>
                  <a:pt x="1240772" y="907109"/>
                  <a:pt x="1294048" y="636203"/>
                </a:cubicBezTo>
                <a:cubicBezTo>
                  <a:pt x="1018858" y="695346"/>
                  <a:pt x="804014" y="910143"/>
                  <a:pt x="750739" y="1181049"/>
                </a:cubicBezTo>
                <a:close/>
                <a:moveTo>
                  <a:pt x="750739" y="1493690"/>
                </a:moveTo>
                <a:cubicBezTo>
                  <a:pt x="804015" y="1762469"/>
                  <a:pt x="1018858" y="1975579"/>
                  <a:pt x="1294048" y="2034258"/>
                </a:cubicBezTo>
                <a:cubicBezTo>
                  <a:pt x="1240773" y="1765479"/>
                  <a:pt x="1025929" y="1552369"/>
                  <a:pt x="750739" y="1493690"/>
                </a:cubicBezTo>
                <a:close/>
                <a:moveTo>
                  <a:pt x="750739" y="2877874"/>
                </a:moveTo>
                <a:cubicBezTo>
                  <a:pt x="1025929" y="2818731"/>
                  <a:pt x="1240772" y="2603934"/>
                  <a:pt x="1294048" y="2333028"/>
                </a:cubicBezTo>
                <a:cubicBezTo>
                  <a:pt x="1018858" y="2392171"/>
                  <a:pt x="804014" y="2606968"/>
                  <a:pt x="750739" y="2877874"/>
                </a:cubicBezTo>
                <a:close/>
                <a:moveTo>
                  <a:pt x="750739" y="3190516"/>
                </a:moveTo>
                <a:cubicBezTo>
                  <a:pt x="804015" y="3459294"/>
                  <a:pt x="1018858" y="3672404"/>
                  <a:pt x="1294048" y="3731083"/>
                </a:cubicBezTo>
                <a:cubicBezTo>
                  <a:pt x="1240773" y="3462304"/>
                  <a:pt x="1025929" y="3249194"/>
                  <a:pt x="750739" y="3190516"/>
                </a:cubicBezTo>
                <a:close/>
                <a:moveTo>
                  <a:pt x="718720" y="4305008"/>
                </a:moveTo>
                <a:lnTo>
                  <a:pt x="747165" y="4255797"/>
                </a:lnTo>
                <a:cubicBezTo>
                  <a:pt x="872402" y="4070062"/>
                  <a:pt x="1073359" y="3937139"/>
                  <a:pt x="1307418" y="3898397"/>
                </a:cubicBezTo>
                <a:lnTo>
                  <a:pt x="1307535" y="3897249"/>
                </a:lnTo>
                <a:cubicBezTo>
                  <a:pt x="1312844" y="3896239"/>
                  <a:pt x="1318172" y="3895291"/>
                  <a:pt x="1323748" y="3895710"/>
                </a:cubicBezTo>
                <a:cubicBezTo>
                  <a:pt x="1354931" y="3890153"/>
                  <a:pt x="1386824" y="3887172"/>
                  <a:pt x="1419209" y="3886645"/>
                </a:cubicBezTo>
                <a:lnTo>
                  <a:pt x="1436297" y="3885022"/>
                </a:lnTo>
                <a:lnTo>
                  <a:pt x="1436323" y="3885516"/>
                </a:lnTo>
                <a:lnTo>
                  <a:pt x="1436821" y="3885483"/>
                </a:lnTo>
                <a:lnTo>
                  <a:pt x="1437415" y="3896923"/>
                </a:lnTo>
                <a:cubicBezTo>
                  <a:pt x="1437415" y="3902604"/>
                  <a:pt x="1437356" y="3908271"/>
                  <a:pt x="1436044" y="3913899"/>
                </a:cubicBezTo>
                <a:cubicBezTo>
                  <a:pt x="1436086" y="3945234"/>
                  <a:pt x="1433636" y="3976125"/>
                  <a:pt x="1428577" y="4006375"/>
                </a:cubicBezTo>
                <a:lnTo>
                  <a:pt x="1428039" y="4013051"/>
                </a:lnTo>
                <a:cubicBezTo>
                  <a:pt x="1427869" y="4013056"/>
                  <a:pt x="1427701" y="4013061"/>
                  <a:pt x="1427533" y="4013114"/>
                </a:cubicBezTo>
                <a:cubicBezTo>
                  <a:pt x="1415351" y="4098618"/>
                  <a:pt x="1389619" y="4179889"/>
                  <a:pt x="1352416" y="4254710"/>
                </a:cubicBezTo>
                <a:lnTo>
                  <a:pt x="1322295" y="4305008"/>
                </a:lnTo>
                <a:lnTo>
                  <a:pt x="1168185" y="4305008"/>
                </a:lnTo>
                <a:lnTo>
                  <a:pt x="1194867" y="4271827"/>
                </a:lnTo>
                <a:cubicBezTo>
                  <a:pt x="1242622" y="4199373"/>
                  <a:pt x="1276801" y="4117553"/>
                  <a:pt x="1294048" y="4029853"/>
                </a:cubicBezTo>
                <a:cubicBezTo>
                  <a:pt x="1147796" y="4061285"/>
                  <a:pt x="1018589" y="4136681"/>
                  <a:pt x="921894" y="4241205"/>
                </a:cubicBezTo>
                <a:lnTo>
                  <a:pt x="869771" y="4305008"/>
                </a:lnTo>
                <a:close/>
                <a:moveTo>
                  <a:pt x="684209" y="0"/>
                </a:moveTo>
                <a:lnTo>
                  <a:pt x="832847" y="0"/>
                </a:lnTo>
                <a:lnTo>
                  <a:pt x="855075" y="44350"/>
                </a:lnTo>
                <a:cubicBezTo>
                  <a:pt x="954668" y="191053"/>
                  <a:pt x="1111009" y="298404"/>
                  <a:pt x="1294048" y="337433"/>
                </a:cubicBezTo>
                <a:cubicBezTo>
                  <a:pt x="1275123" y="241952"/>
                  <a:pt x="1235808" y="153496"/>
                  <a:pt x="1180541" y="76659"/>
                </a:cubicBezTo>
                <a:lnTo>
                  <a:pt x="1112313" y="0"/>
                </a:lnTo>
                <a:lnTo>
                  <a:pt x="1280688" y="0"/>
                </a:lnTo>
                <a:lnTo>
                  <a:pt x="1343322" y="96778"/>
                </a:lnTo>
                <a:cubicBezTo>
                  <a:pt x="1385443" y="175780"/>
                  <a:pt x="1414383" y="262463"/>
                  <a:pt x="1427534" y="354040"/>
                </a:cubicBezTo>
                <a:cubicBezTo>
                  <a:pt x="1427702" y="354093"/>
                  <a:pt x="1427871" y="354098"/>
                  <a:pt x="1428040" y="354102"/>
                </a:cubicBezTo>
                <a:lnTo>
                  <a:pt x="1428580" y="360740"/>
                </a:lnTo>
                <a:cubicBezTo>
                  <a:pt x="1433637" y="390746"/>
                  <a:pt x="1436086" y="421389"/>
                  <a:pt x="1436044" y="452471"/>
                </a:cubicBezTo>
                <a:cubicBezTo>
                  <a:pt x="1437356" y="458057"/>
                  <a:pt x="1437415" y="463681"/>
                  <a:pt x="1437415" y="469318"/>
                </a:cubicBezTo>
                <a:cubicBezTo>
                  <a:pt x="1437415" y="473111"/>
                  <a:pt x="1437388" y="476896"/>
                  <a:pt x="1436822" y="480669"/>
                </a:cubicBezTo>
                <a:lnTo>
                  <a:pt x="1436323" y="480636"/>
                </a:lnTo>
                <a:lnTo>
                  <a:pt x="1436297" y="481127"/>
                </a:lnTo>
                <a:lnTo>
                  <a:pt x="1419178" y="479514"/>
                </a:lnTo>
                <a:cubicBezTo>
                  <a:pt x="1386804" y="478991"/>
                  <a:pt x="1354924" y="476033"/>
                  <a:pt x="1323752" y="470523"/>
                </a:cubicBezTo>
                <a:cubicBezTo>
                  <a:pt x="1318175" y="470939"/>
                  <a:pt x="1312846" y="469998"/>
                  <a:pt x="1307535" y="468995"/>
                </a:cubicBezTo>
                <a:lnTo>
                  <a:pt x="1307419" y="467856"/>
                </a:lnTo>
                <a:cubicBezTo>
                  <a:pt x="1066014" y="428211"/>
                  <a:pt x="859822" y="289169"/>
                  <a:pt x="736048" y="95636"/>
                </a:cubicBezTo>
                <a:close/>
                <a:moveTo>
                  <a:pt x="607372" y="1313979"/>
                </a:moveTo>
                <a:cubicBezTo>
                  <a:pt x="607372" y="1308297"/>
                  <a:pt x="607430" y="1302628"/>
                  <a:pt x="608742" y="1296998"/>
                </a:cubicBezTo>
                <a:cubicBezTo>
                  <a:pt x="608700" y="1265670"/>
                  <a:pt x="611150" y="1234785"/>
                  <a:pt x="616206" y="1204541"/>
                </a:cubicBezTo>
                <a:lnTo>
                  <a:pt x="616747" y="1197851"/>
                </a:lnTo>
                <a:cubicBezTo>
                  <a:pt x="616915" y="1197846"/>
                  <a:pt x="617085" y="1197841"/>
                  <a:pt x="617252" y="1197788"/>
                </a:cubicBezTo>
                <a:cubicBezTo>
                  <a:pt x="667529" y="844922"/>
                  <a:pt x="948568" y="564145"/>
                  <a:pt x="1307418" y="504747"/>
                </a:cubicBezTo>
                <a:lnTo>
                  <a:pt x="1307535" y="503599"/>
                </a:lnTo>
                <a:cubicBezTo>
                  <a:pt x="1312844" y="502589"/>
                  <a:pt x="1318172" y="501641"/>
                  <a:pt x="1323748" y="502060"/>
                </a:cubicBezTo>
                <a:cubicBezTo>
                  <a:pt x="1354931" y="496503"/>
                  <a:pt x="1386824" y="493522"/>
                  <a:pt x="1419209" y="492995"/>
                </a:cubicBezTo>
                <a:lnTo>
                  <a:pt x="1436297" y="491372"/>
                </a:lnTo>
                <a:lnTo>
                  <a:pt x="1436323" y="491866"/>
                </a:lnTo>
                <a:lnTo>
                  <a:pt x="1436821" y="491833"/>
                </a:lnTo>
                <a:lnTo>
                  <a:pt x="1437415" y="503273"/>
                </a:lnTo>
                <a:cubicBezTo>
                  <a:pt x="1437415" y="508954"/>
                  <a:pt x="1437356" y="514621"/>
                  <a:pt x="1436044" y="520249"/>
                </a:cubicBezTo>
                <a:cubicBezTo>
                  <a:pt x="1436086" y="551584"/>
                  <a:pt x="1433636" y="582475"/>
                  <a:pt x="1428577" y="612725"/>
                </a:cubicBezTo>
                <a:lnTo>
                  <a:pt x="1428039" y="619401"/>
                </a:lnTo>
                <a:cubicBezTo>
                  <a:pt x="1427869" y="619406"/>
                  <a:pt x="1427701" y="619411"/>
                  <a:pt x="1427533" y="619464"/>
                </a:cubicBezTo>
                <a:cubicBezTo>
                  <a:pt x="1377258" y="972329"/>
                  <a:pt x="1096219" y="1253106"/>
                  <a:pt x="737367" y="1312505"/>
                </a:cubicBezTo>
                <a:lnTo>
                  <a:pt x="737251" y="1313653"/>
                </a:lnTo>
                <a:cubicBezTo>
                  <a:pt x="731941" y="1314664"/>
                  <a:pt x="726612" y="1315612"/>
                  <a:pt x="721035" y="1315193"/>
                </a:cubicBezTo>
                <a:cubicBezTo>
                  <a:pt x="689863" y="1320747"/>
                  <a:pt x="657982" y="1323728"/>
                  <a:pt x="625608" y="1324255"/>
                </a:cubicBezTo>
                <a:lnTo>
                  <a:pt x="608490" y="1325881"/>
                </a:lnTo>
                <a:lnTo>
                  <a:pt x="608464" y="1325386"/>
                </a:lnTo>
                <a:lnTo>
                  <a:pt x="607965" y="1325419"/>
                </a:lnTo>
                <a:cubicBezTo>
                  <a:pt x="607399" y="1321617"/>
                  <a:pt x="607372" y="1317801"/>
                  <a:pt x="607372" y="1313979"/>
                </a:cubicBezTo>
                <a:close/>
                <a:moveTo>
                  <a:pt x="607372" y="1361805"/>
                </a:moveTo>
                <a:lnTo>
                  <a:pt x="607966" y="1350455"/>
                </a:lnTo>
                <a:lnTo>
                  <a:pt x="608464" y="1350487"/>
                </a:lnTo>
                <a:lnTo>
                  <a:pt x="608490" y="1349997"/>
                </a:lnTo>
                <a:lnTo>
                  <a:pt x="625577" y="1351607"/>
                </a:lnTo>
                <a:cubicBezTo>
                  <a:pt x="657963" y="1352130"/>
                  <a:pt x="689855" y="1355088"/>
                  <a:pt x="721039" y="1360601"/>
                </a:cubicBezTo>
                <a:cubicBezTo>
                  <a:pt x="726615" y="1360185"/>
                  <a:pt x="731943" y="1361126"/>
                  <a:pt x="737251" y="1362128"/>
                </a:cubicBezTo>
                <a:lnTo>
                  <a:pt x="737368" y="1363267"/>
                </a:lnTo>
                <a:cubicBezTo>
                  <a:pt x="1096219" y="1422199"/>
                  <a:pt x="1377258" y="1700770"/>
                  <a:pt x="1427534" y="2050865"/>
                </a:cubicBezTo>
                <a:cubicBezTo>
                  <a:pt x="1427702" y="2050918"/>
                  <a:pt x="1427871" y="2050923"/>
                  <a:pt x="1428040" y="2050928"/>
                </a:cubicBezTo>
                <a:lnTo>
                  <a:pt x="1428580" y="2057565"/>
                </a:lnTo>
                <a:cubicBezTo>
                  <a:pt x="1433637" y="2087572"/>
                  <a:pt x="1436086" y="2118214"/>
                  <a:pt x="1436044" y="2149296"/>
                </a:cubicBezTo>
                <a:cubicBezTo>
                  <a:pt x="1437356" y="2154882"/>
                  <a:pt x="1437415" y="2160506"/>
                  <a:pt x="1437415" y="2166144"/>
                </a:cubicBezTo>
                <a:cubicBezTo>
                  <a:pt x="1437415" y="2169936"/>
                  <a:pt x="1437388" y="2173722"/>
                  <a:pt x="1436822" y="2177494"/>
                </a:cubicBezTo>
                <a:lnTo>
                  <a:pt x="1436323" y="2177461"/>
                </a:lnTo>
                <a:lnTo>
                  <a:pt x="1436297" y="2177952"/>
                </a:lnTo>
                <a:lnTo>
                  <a:pt x="1419178" y="2176339"/>
                </a:lnTo>
                <a:cubicBezTo>
                  <a:pt x="1386804" y="2175816"/>
                  <a:pt x="1354924" y="2172858"/>
                  <a:pt x="1323752" y="2167348"/>
                </a:cubicBezTo>
                <a:cubicBezTo>
                  <a:pt x="1318175" y="2167764"/>
                  <a:pt x="1312846" y="2166823"/>
                  <a:pt x="1307535" y="2165820"/>
                </a:cubicBezTo>
                <a:lnTo>
                  <a:pt x="1307419" y="2164681"/>
                </a:lnTo>
                <a:cubicBezTo>
                  <a:pt x="948568" y="2105749"/>
                  <a:pt x="667529" y="1827177"/>
                  <a:pt x="617253" y="1477083"/>
                </a:cubicBezTo>
                <a:cubicBezTo>
                  <a:pt x="617086" y="1477030"/>
                  <a:pt x="616917" y="1477026"/>
                  <a:pt x="616748" y="1477021"/>
                </a:cubicBezTo>
                <a:lnTo>
                  <a:pt x="616209" y="1470397"/>
                </a:lnTo>
                <a:cubicBezTo>
                  <a:pt x="611151" y="1440385"/>
                  <a:pt x="608700" y="1409736"/>
                  <a:pt x="608742" y="1378647"/>
                </a:cubicBezTo>
                <a:cubicBezTo>
                  <a:pt x="607430" y="1373063"/>
                  <a:pt x="607372" y="1367441"/>
                  <a:pt x="607372" y="1361805"/>
                </a:cubicBezTo>
                <a:close/>
                <a:moveTo>
                  <a:pt x="607372" y="3010804"/>
                </a:moveTo>
                <a:cubicBezTo>
                  <a:pt x="607372" y="3005122"/>
                  <a:pt x="607430" y="2999453"/>
                  <a:pt x="608742" y="2993823"/>
                </a:cubicBezTo>
                <a:cubicBezTo>
                  <a:pt x="608700" y="2962495"/>
                  <a:pt x="611150" y="2931610"/>
                  <a:pt x="616206" y="2901366"/>
                </a:cubicBezTo>
                <a:lnTo>
                  <a:pt x="616747" y="2894676"/>
                </a:lnTo>
                <a:cubicBezTo>
                  <a:pt x="616915" y="2894671"/>
                  <a:pt x="617085" y="2894666"/>
                  <a:pt x="617252" y="2894613"/>
                </a:cubicBezTo>
                <a:cubicBezTo>
                  <a:pt x="667529" y="2541747"/>
                  <a:pt x="948568" y="2260970"/>
                  <a:pt x="1307418" y="2201572"/>
                </a:cubicBezTo>
                <a:lnTo>
                  <a:pt x="1307535" y="2200424"/>
                </a:lnTo>
                <a:cubicBezTo>
                  <a:pt x="1312844" y="2199414"/>
                  <a:pt x="1318172" y="2198466"/>
                  <a:pt x="1323748" y="2198885"/>
                </a:cubicBezTo>
                <a:cubicBezTo>
                  <a:pt x="1354931" y="2193328"/>
                  <a:pt x="1386824" y="2190347"/>
                  <a:pt x="1419209" y="2189820"/>
                </a:cubicBezTo>
                <a:lnTo>
                  <a:pt x="1436297" y="2188197"/>
                </a:lnTo>
                <a:lnTo>
                  <a:pt x="1436323" y="2188691"/>
                </a:lnTo>
                <a:lnTo>
                  <a:pt x="1436821" y="2188658"/>
                </a:lnTo>
                <a:lnTo>
                  <a:pt x="1437415" y="2200098"/>
                </a:lnTo>
                <a:cubicBezTo>
                  <a:pt x="1437415" y="2205779"/>
                  <a:pt x="1437356" y="2211446"/>
                  <a:pt x="1436044" y="2217074"/>
                </a:cubicBezTo>
                <a:cubicBezTo>
                  <a:pt x="1436086" y="2248409"/>
                  <a:pt x="1433636" y="2279300"/>
                  <a:pt x="1428577" y="2309550"/>
                </a:cubicBezTo>
                <a:lnTo>
                  <a:pt x="1428039" y="2316226"/>
                </a:lnTo>
                <a:cubicBezTo>
                  <a:pt x="1427869" y="2316231"/>
                  <a:pt x="1427701" y="2316236"/>
                  <a:pt x="1427533" y="2316289"/>
                </a:cubicBezTo>
                <a:cubicBezTo>
                  <a:pt x="1377258" y="2669154"/>
                  <a:pt x="1096219" y="2949931"/>
                  <a:pt x="737367" y="3009330"/>
                </a:cubicBezTo>
                <a:lnTo>
                  <a:pt x="737251" y="3010478"/>
                </a:lnTo>
                <a:cubicBezTo>
                  <a:pt x="731941" y="3011489"/>
                  <a:pt x="726612" y="3012437"/>
                  <a:pt x="721035" y="3012018"/>
                </a:cubicBezTo>
                <a:cubicBezTo>
                  <a:pt x="689863" y="3017572"/>
                  <a:pt x="657982" y="3020553"/>
                  <a:pt x="625608" y="3021080"/>
                </a:cubicBezTo>
                <a:lnTo>
                  <a:pt x="608490" y="3022706"/>
                </a:lnTo>
                <a:lnTo>
                  <a:pt x="608464" y="3022211"/>
                </a:lnTo>
                <a:lnTo>
                  <a:pt x="607965" y="3022244"/>
                </a:lnTo>
                <a:cubicBezTo>
                  <a:pt x="607399" y="3018442"/>
                  <a:pt x="607372" y="3014626"/>
                  <a:pt x="607372" y="3010804"/>
                </a:cubicBezTo>
                <a:close/>
                <a:moveTo>
                  <a:pt x="607372" y="3058630"/>
                </a:moveTo>
                <a:lnTo>
                  <a:pt x="607966" y="3047280"/>
                </a:lnTo>
                <a:lnTo>
                  <a:pt x="608464" y="3047312"/>
                </a:lnTo>
                <a:lnTo>
                  <a:pt x="608490" y="3046822"/>
                </a:lnTo>
                <a:lnTo>
                  <a:pt x="625577" y="3048432"/>
                </a:lnTo>
                <a:cubicBezTo>
                  <a:pt x="657963" y="3048955"/>
                  <a:pt x="689855" y="3051913"/>
                  <a:pt x="721039" y="3057426"/>
                </a:cubicBezTo>
                <a:cubicBezTo>
                  <a:pt x="726615" y="3057010"/>
                  <a:pt x="731943" y="3057951"/>
                  <a:pt x="737251" y="3058953"/>
                </a:cubicBezTo>
                <a:lnTo>
                  <a:pt x="737368" y="3060092"/>
                </a:lnTo>
                <a:cubicBezTo>
                  <a:pt x="1096219" y="3119024"/>
                  <a:pt x="1377258" y="3397595"/>
                  <a:pt x="1427534" y="3747690"/>
                </a:cubicBezTo>
                <a:cubicBezTo>
                  <a:pt x="1427702" y="3747743"/>
                  <a:pt x="1427871" y="3747748"/>
                  <a:pt x="1428040" y="3747753"/>
                </a:cubicBezTo>
                <a:lnTo>
                  <a:pt x="1428580" y="3754390"/>
                </a:lnTo>
                <a:cubicBezTo>
                  <a:pt x="1433637" y="3784397"/>
                  <a:pt x="1436086" y="3815039"/>
                  <a:pt x="1436044" y="3846121"/>
                </a:cubicBezTo>
                <a:cubicBezTo>
                  <a:pt x="1437356" y="3851707"/>
                  <a:pt x="1437415" y="3857331"/>
                  <a:pt x="1437415" y="3862969"/>
                </a:cubicBezTo>
                <a:cubicBezTo>
                  <a:pt x="1437415" y="3866761"/>
                  <a:pt x="1437388" y="3870547"/>
                  <a:pt x="1436822" y="3874319"/>
                </a:cubicBezTo>
                <a:lnTo>
                  <a:pt x="1436323" y="3874286"/>
                </a:lnTo>
                <a:lnTo>
                  <a:pt x="1436297" y="3874777"/>
                </a:lnTo>
                <a:lnTo>
                  <a:pt x="1419178" y="3873164"/>
                </a:lnTo>
                <a:cubicBezTo>
                  <a:pt x="1386804" y="3872641"/>
                  <a:pt x="1354924" y="3869683"/>
                  <a:pt x="1323752" y="3864173"/>
                </a:cubicBezTo>
                <a:cubicBezTo>
                  <a:pt x="1318175" y="3864589"/>
                  <a:pt x="1312846" y="3863648"/>
                  <a:pt x="1307535" y="3862645"/>
                </a:cubicBezTo>
                <a:lnTo>
                  <a:pt x="1307419" y="3861506"/>
                </a:lnTo>
                <a:cubicBezTo>
                  <a:pt x="948568" y="3802574"/>
                  <a:pt x="667529" y="3524002"/>
                  <a:pt x="617253" y="3173908"/>
                </a:cubicBezTo>
                <a:cubicBezTo>
                  <a:pt x="617086" y="3173856"/>
                  <a:pt x="616917" y="3173851"/>
                  <a:pt x="616748" y="3173846"/>
                </a:cubicBezTo>
                <a:lnTo>
                  <a:pt x="616209" y="3167222"/>
                </a:lnTo>
                <a:cubicBezTo>
                  <a:pt x="611151" y="3137210"/>
                  <a:pt x="608700" y="3106561"/>
                  <a:pt x="608742" y="3075472"/>
                </a:cubicBezTo>
                <a:cubicBezTo>
                  <a:pt x="607430" y="3069889"/>
                  <a:pt x="607372" y="3064266"/>
                  <a:pt x="607372" y="3058630"/>
                </a:cubicBezTo>
                <a:close/>
                <a:moveTo>
                  <a:pt x="0" y="116373"/>
                </a:moveTo>
                <a:lnTo>
                  <a:pt x="0" y="0"/>
                </a:lnTo>
                <a:lnTo>
                  <a:pt x="90880" y="0"/>
                </a:lnTo>
                <a:lnTo>
                  <a:pt x="22652" y="76659"/>
                </a:lnTo>
                <a:close/>
                <a:moveTo>
                  <a:pt x="0" y="443121"/>
                </a:moveTo>
                <a:lnTo>
                  <a:pt x="0" y="311637"/>
                </a:lnTo>
                <a:lnTo>
                  <a:pt x="82171" y="276703"/>
                </a:lnTo>
                <a:cubicBezTo>
                  <a:pt x="190106" y="222464"/>
                  <a:pt x="281723" y="142152"/>
                  <a:pt x="348118" y="44350"/>
                </a:cubicBezTo>
                <a:lnTo>
                  <a:pt x="370347" y="0"/>
                </a:lnTo>
                <a:lnTo>
                  <a:pt x="518984" y="0"/>
                </a:lnTo>
                <a:lnTo>
                  <a:pt x="467145" y="95636"/>
                </a:lnTo>
                <a:cubicBezTo>
                  <a:pt x="364000" y="256913"/>
                  <a:pt x="203621" y="380350"/>
                  <a:pt x="13323" y="439959"/>
                </a:cubicBezTo>
                <a:close/>
                <a:moveTo>
                  <a:pt x="0" y="1070142"/>
                </a:moveTo>
                <a:lnTo>
                  <a:pt x="0" y="862064"/>
                </a:lnTo>
                <a:lnTo>
                  <a:pt x="31905" y="912052"/>
                </a:lnTo>
                <a:cubicBezTo>
                  <a:pt x="132041" y="1046318"/>
                  <a:pt x="280461" y="1144085"/>
                  <a:pt x="452455" y="1181049"/>
                </a:cubicBezTo>
                <a:cubicBezTo>
                  <a:pt x="405840" y="944006"/>
                  <a:pt x="235523" y="749922"/>
                  <a:pt x="9316" y="665484"/>
                </a:cubicBezTo>
                <a:lnTo>
                  <a:pt x="0" y="662760"/>
                </a:lnTo>
                <a:lnTo>
                  <a:pt x="0" y="530567"/>
                </a:lnTo>
                <a:lnTo>
                  <a:pt x="26399" y="537107"/>
                </a:lnTo>
                <a:cubicBezTo>
                  <a:pt x="321280" y="635466"/>
                  <a:pt x="541950" y="889030"/>
                  <a:pt x="585941" y="1197788"/>
                </a:cubicBezTo>
                <a:cubicBezTo>
                  <a:pt x="586109" y="1197841"/>
                  <a:pt x="586278" y="1197846"/>
                  <a:pt x="586447" y="1197851"/>
                </a:cubicBezTo>
                <a:lnTo>
                  <a:pt x="586987" y="1204541"/>
                </a:lnTo>
                <a:cubicBezTo>
                  <a:pt x="592044" y="1234785"/>
                  <a:pt x="594493" y="1265670"/>
                  <a:pt x="594451" y="1296998"/>
                </a:cubicBezTo>
                <a:cubicBezTo>
                  <a:pt x="595763" y="1302628"/>
                  <a:pt x="595822" y="1308297"/>
                  <a:pt x="595822" y="1313979"/>
                </a:cubicBezTo>
                <a:cubicBezTo>
                  <a:pt x="595822" y="1317801"/>
                  <a:pt x="595795" y="1321617"/>
                  <a:pt x="595229" y="1325419"/>
                </a:cubicBezTo>
                <a:lnTo>
                  <a:pt x="594730" y="1325386"/>
                </a:lnTo>
                <a:lnTo>
                  <a:pt x="594704" y="1325881"/>
                </a:lnTo>
                <a:lnTo>
                  <a:pt x="577585" y="1324255"/>
                </a:lnTo>
                <a:cubicBezTo>
                  <a:pt x="545211" y="1323728"/>
                  <a:pt x="513331" y="1320747"/>
                  <a:pt x="482159" y="1315193"/>
                </a:cubicBezTo>
                <a:cubicBezTo>
                  <a:pt x="476582" y="1315612"/>
                  <a:pt x="471253" y="1314664"/>
                  <a:pt x="465942" y="1313653"/>
                </a:cubicBezTo>
                <a:lnTo>
                  <a:pt x="465826" y="1312505"/>
                </a:lnTo>
                <a:cubicBezTo>
                  <a:pt x="286401" y="1282806"/>
                  <a:pt x="126428" y="1197762"/>
                  <a:pt x="5028" y="1076034"/>
                </a:cubicBezTo>
                <a:close/>
                <a:moveTo>
                  <a:pt x="0" y="2139063"/>
                </a:moveTo>
                <a:lnTo>
                  <a:pt x="0" y="2007909"/>
                </a:lnTo>
                <a:lnTo>
                  <a:pt x="9314" y="2005207"/>
                </a:lnTo>
                <a:cubicBezTo>
                  <a:pt x="235521" y="1921432"/>
                  <a:pt x="405837" y="1728872"/>
                  <a:pt x="452453" y="1493690"/>
                </a:cubicBezTo>
                <a:cubicBezTo>
                  <a:pt x="280459" y="1530364"/>
                  <a:pt x="132038" y="1627363"/>
                  <a:pt x="31903" y="1760575"/>
                </a:cubicBezTo>
                <a:lnTo>
                  <a:pt x="0" y="1810167"/>
                </a:lnTo>
                <a:lnTo>
                  <a:pt x="0" y="1603724"/>
                </a:lnTo>
                <a:lnTo>
                  <a:pt x="5025" y="1597880"/>
                </a:lnTo>
                <a:cubicBezTo>
                  <a:pt x="126426" y="1477109"/>
                  <a:pt x="286398" y="1392733"/>
                  <a:pt x="465823" y="1363267"/>
                </a:cubicBezTo>
                <a:lnTo>
                  <a:pt x="465940" y="1362128"/>
                </a:lnTo>
                <a:cubicBezTo>
                  <a:pt x="471249" y="1361126"/>
                  <a:pt x="476577" y="1360185"/>
                  <a:pt x="482153" y="1360601"/>
                </a:cubicBezTo>
                <a:cubicBezTo>
                  <a:pt x="513336" y="1355088"/>
                  <a:pt x="545229" y="1352130"/>
                  <a:pt x="577614" y="1351607"/>
                </a:cubicBezTo>
                <a:lnTo>
                  <a:pt x="594702" y="1349997"/>
                </a:lnTo>
                <a:lnTo>
                  <a:pt x="594728" y="1350487"/>
                </a:lnTo>
                <a:lnTo>
                  <a:pt x="595226" y="1350455"/>
                </a:lnTo>
                <a:lnTo>
                  <a:pt x="595820" y="1361805"/>
                </a:lnTo>
                <a:cubicBezTo>
                  <a:pt x="595820" y="1367441"/>
                  <a:pt x="595761" y="1373063"/>
                  <a:pt x="594449" y="1378647"/>
                </a:cubicBezTo>
                <a:cubicBezTo>
                  <a:pt x="594491" y="1409736"/>
                  <a:pt x="592041" y="1440385"/>
                  <a:pt x="586982" y="1470397"/>
                </a:cubicBezTo>
                <a:lnTo>
                  <a:pt x="586444" y="1477021"/>
                </a:lnTo>
                <a:cubicBezTo>
                  <a:pt x="586274" y="1477026"/>
                  <a:pt x="586106" y="1477030"/>
                  <a:pt x="585938" y="1477083"/>
                </a:cubicBezTo>
                <a:cubicBezTo>
                  <a:pt x="541948" y="1783415"/>
                  <a:pt x="321278" y="2034989"/>
                  <a:pt x="26396" y="2132575"/>
                </a:cubicBezTo>
                <a:close/>
                <a:moveTo>
                  <a:pt x="0" y="2766967"/>
                </a:moveTo>
                <a:lnTo>
                  <a:pt x="0" y="2558889"/>
                </a:lnTo>
                <a:lnTo>
                  <a:pt x="31905" y="2608877"/>
                </a:lnTo>
                <a:cubicBezTo>
                  <a:pt x="132041" y="2743143"/>
                  <a:pt x="280461" y="2840910"/>
                  <a:pt x="452455" y="2877874"/>
                </a:cubicBezTo>
                <a:cubicBezTo>
                  <a:pt x="405840" y="2640831"/>
                  <a:pt x="235523" y="2446747"/>
                  <a:pt x="9316" y="2362309"/>
                </a:cubicBezTo>
                <a:lnTo>
                  <a:pt x="0" y="2359585"/>
                </a:lnTo>
                <a:lnTo>
                  <a:pt x="0" y="2227392"/>
                </a:lnTo>
                <a:lnTo>
                  <a:pt x="26399" y="2233932"/>
                </a:lnTo>
                <a:cubicBezTo>
                  <a:pt x="321280" y="2332291"/>
                  <a:pt x="541950" y="2585855"/>
                  <a:pt x="585941" y="2894613"/>
                </a:cubicBezTo>
                <a:cubicBezTo>
                  <a:pt x="586109" y="2894666"/>
                  <a:pt x="586278" y="2894671"/>
                  <a:pt x="586447" y="2894676"/>
                </a:cubicBezTo>
                <a:lnTo>
                  <a:pt x="586987" y="2901366"/>
                </a:lnTo>
                <a:cubicBezTo>
                  <a:pt x="592044" y="2931610"/>
                  <a:pt x="594493" y="2962495"/>
                  <a:pt x="594451" y="2993823"/>
                </a:cubicBezTo>
                <a:cubicBezTo>
                  <a:pt x="595763" y="2999453"/>
                  <a:pt x="595822" y="3005122"/>
                  <a:pt x="595822" y="3010804"/>
                </a:cubicBezTo>
                <a:cubicBezTo>
                  <a:pt x="595822" y="3014626"/>
                  <a:pt x="595795" y="3018442"/>
                  <a:pt x="595229" y="3022244"/>
                </a:cubicBezTo>
                <a:lnTo>
                  <a:pt x="594730" y="3022211"/>
                </a:lnTo>
                <a:lnTo>
                  <a:pt x="594704" y="3022706"/>
                </a:lnTo>
                <a:lnTo>
                  <a:pt x="577585" y="3021080"/>
                </a:lnTo>
                <a:cubicBezTo>
                  <a:pt x="545211" y="3020553"/>
                  <a:pt x="513331" y="3017572"/>
                  <a:pt x="482159" y="3012018"/>
                </a:cubicBezTo>
                <a:cubicBezTo>
                  <a:pt x="476582" y="3012437"/>
                  <a:pt x="471253" y="3011489"/>
                  <a:pt x="465942" y="3010478"/>
                </a:cubicBezTo>
                <a:lnTo>
                  <a:pt x="465826" y="3009330"/>
                </a:lnTo>
                <a:cubicBezTo>
                  <a:pt x="286401" y="2979630"/>
                  <a:pt x="126428" y="2894586"/>
                  <a:pt x="5028" y="2772859"/>
                </a:cubicBezTo>
                <a:close/>
                <a:moveTo>
                  <a:pt x="0" y="3835888"/>
                </a:moveTo>
                <a:lnTo>
                  <a:pt x="0" y="3704734"/>
                </a:lnTo>
                <a:lnTo>
                  <a:pt x="9314" y="3702032"/>
                </a:lnTo>
                <a:cubicBezTo>
                  <a:pt x="235521" y="3618257"/>
                  <a:pt x="405837" y="3425697"/>
                  <a:pt x="452453" y="3190516"/>
                </a:cubicBezTo>
                <a:cubicBezTo>
                  <a:pt x="280459" y="3227190"/>
                  <a:pt x="132038" y="3324188"/>
                  <a:pt x="31903" y="3457400"/>
                </a:cubicBezTo>
                <a:lnTo>
                  <a:pt x="0" y="3506992"/>
                </a:lnTo>
                <a:lnTo>
                  <a:pt x="0" y="3300549"/>
                </a:lnTo>
                <a:lnTo>
                  <a:pt x="5025" y="3294705"/>
                </a:lnTo>
                <a:cubicBezTo>
                  <a:pt x="126426" y="3173934"/>
                  <a:pt x="286398" y="3089558"/>
                  <a:pt x="465823" y="3060092"/>
                </a:cubicBezTo>
                <a:lnTo>
                  <a:pt x="465940" y="3058953"/>
                </a:lnTo>
                <a:cubicBezTo>
                  <a:pt x="471249" y="3057951"/>
                  <a:pt x="476577" y="3057010"/>
                  <a:pt x="482153" y="3057426"/>
                </a:cubicBezTo>
                <a:cubicBezTo>
                  <a:pt x="513336" y="3051913"/>
                  <a:pt x="545229" y="3048955"/>
                  <a:pt x="577614" y="3048432"/>
                </a:cubicBezTo>
                <a:lnTo>
                  <a:pt x="594702" y="3046822"/>
                </a:lnTo>
                <a:lnTo>
                  <a:pt x="594728" y="3047312"/>
                </a:lnTo>
                <a:lnTo>
                  <a:pt x="595226" y="3047280"/>
                </a:lnTo>
                <a:lnTo>
                  <a:pt x="595820" y="3058630"/>
                </a:lnTo>
                <a:cubicBezTo>
                  <a:pt x="595820" y="3064266"/>
                  <a:pt x="595761" y="3069889"/>
                  <a:pt x="594449" y="3075472"/>
                </a:cubicBezTo>
                <a:cubicBezTo>
                  <a:pt x="594491" y="3106561"/>
                  <a:pt x="592041" y="3137210"/>
                  <a:pt x="586982" y="3167222"/>
                </a:cubicBezTo>
                <a:lnTo>
                  <a:pt x="586444" y="3173846"/>
                </a:lnTo>
                <a:cubicBezTo>
                  <a:pt x="586274" y="3173851"/>
                  <a:pt x="586106" y="3173856"/>
                  <a:pt x="585938" y="3173908"/>
                </a:cubicBezTo>
                <a:cubicBezTo>
                  <a:pt x="541948" y="3480240"/>
                  <a:pt x="321278" y="3731813"/>
                  <a:pt x="26396" y="3829400"/>
                </a:cubicBezTo>
                <a:close/>
                <a:moveTo>
                  <a:pt x="0" y="4056079"/>
                </a:moveTo>
                <a:lnTo>
                  <a:pt x="0" y="3923091"/>
                </a:lnTo>
                <a:lnTo>
                  <a:pt x="9850" y="3925425"/>
                </a:lnTo>
                <a:cubicBezTo>
                  <a:pt x="194718" y="3982914"/>
                  <a:pt x="351664" y="4101018"/>
                  <a:pt x="456028" y="4255797"/>
                </a:cubicBezTo>
                <a:lnTo>
                  <a:pt x="484473" y="4305008"/>
                </a:lnTo>
                <a:lnTo>
                  <a:pt x="333423" y="4305008"/>
                </a:lnTo>
                <a:lnTo>
                  <a:pt x="281300" y="4241205"/>
                </a:lnTo>
                <a:cubicBezTo>
                  <a:pt x="223282" y="4178491"/>
                  <a:pt x="153561" y="4126262"/>
                  <a:pt x="75476" y="4087725"/>
                </a:cubicBezTo>
                <a:close/>
                <a:moveTo>
                  <a:pt x="0" y="4305008"/>
                </a:moveTo>
                <a:lnTo>
                  <a:pt x="0" y="4256099"/>
                </a:lnTo>
                <a:lnTo>
                  <a:pt x="8327" y="4271827"/>
                </a:lnTo>
                <a:lnTo>
                  <a:pt x="35009" y="43050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8D95174-B5F2-424A-8183-654A5064D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000" y="-2"/>
            <a:ext cx="123444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368A96-A16E-42CE-842C-9166E567B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1444" y="620720"/>
            <a:ext cx="5492423" cy="5593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6641" y="942449"/>
            <a:ext cx="5010992" cy="1470249"/>
          </a:xfrm>
        </p:spPr>
        <p:txBody>
          <a:bodyPr>
            <a:normAutofit/>
          </a:bodyPr>
          <a:lstStyle/>
          <a:p>
            <a:r>
              <a:t>Interrupt Usage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350D170-418B-4A22-8B98-15EF799FD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48775" y="2573573"/>
            <a:ext cx="493776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0282" y="2773885"/>
            <a:ext cx="5007352" cy="3141013"/>
          </a:xfrm>
        </p:spPr>
        <p:txBody>
          <a:bodyPr>
            <a:normAutofit/>
          </a:bodyPr>
          <a:lstStyle/>
          <a:p>
            <a:endParaRPr/>
          </a:p>
          <a:p>
            <a:pPr>
              <a:defRPr sz="2000"/>
            </a:pPr>
            <a:r>
              <a:t>INT 21h (I/O) — Display, read input</a:t>
            </a:r>
          </a:p>
          <a:p>
            <a:pPr>
              <a:defRPr sz="2000"/>
            </a:pPr>
            <a:r>
              <a:t>INT 10h — Video mode control</a:t>
            </a:r>
          </a:p>
          <a:p>
            <a:pPr>
              <a:defRPr sz="2000"/>
            </a:pPr>
            <a:r>
              <a:t>DS, ES, SS memory segments usage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t>Program Flow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F905B48-51A9-A7FC-5577-3CE2163DAB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1360312"/>
              </p:ext>
            </p:extLst>
          </p:nvPr>
        </p:nvGraphicFramePr>
        <p:xfrm>
          <a:off x="767953" y="2286000"/>
          <a:ext cx="7290197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4550113" cy="1499616"/>
          </a:xfrm>
        </p:spPr>
        <p:txBody>
          <a:bodyPr>
            <a:normAutofit/>
          </a:bodyPr>
          <a:lstStyle/>
          <a:p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4550113" cy="4023360"/>
          </a:xfrm>
        </p:spPr>
        <p:txBody>
          <a:bodyPr>
            <a:normAutofit/>
          </a:bodyPr>
          <a:lstStyle/>
          <a:p>
            <a:endParaRPr/>
          </a:p>
          <a:p>
            <a:pPr>
              <a:defRPr sz="2000"/>
            </a:pPr>
            <a:r>
              <a:t>Input mapping → pointer array</a:t>
            </a:r>
          </a:p>
          <a:p>
            <a:pPr>
              <a:defRPr sz="2000"/>
            </a:pPr>
            <a:r>
              <a:t>Win checking → 3 routines</a:t>
            </a:r>
          </a:p>
          <a:p>
            <a:pPr>
              <a:defRPr sz="2000"/>
            </a:pPr>
            <a:r>
              <a:t>Flickering → clear screen before redraw</a:t>
            </a:r>
          </a:p>
          <a:p>
            <a:pPr>
              <a:defRPr sz="2000"/>
            </a:pPr>
            <a:r>
              <a:t>Player toggle → XOR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3843D0-CEA8-263F-BF75-9BF4D25910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448" r="39011"/>
          <a:stretch>
            <a:fillRect/>
          </a:stretch>
        </p:blipFill>
        <p:spPr>
          <a:xfrm>
            <a:off x="5664199" y="10"/>
            <a:ext cx="3479800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109556B-EAE9-4435-B409-0519F2CBD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64199" cy="6858000"/>
          </a:xfrm>
          <a:prstGeom prst="rect">
            <a:avLst/>
          </a:prstGeom>
          <a:solidFill>
            <a:srgbClr val="7551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4505270" cy="1499616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Conclusion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814CCBE-423E-41B2-A9F3-82679F490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4505270" cy="4023360"/>
          </a:xfrm>
        </p:spPr>
        <p:txBody>
          <a:bodyPr>
            <a:normAutofit/>
          </a:bodyPr>
          <a:lstStyle/>
          <a:p>
            <a:endParaRPr lang="en-GB">
              <a:solidFill>
                <a:srgbClr val="FFFFFF"/>
              </a:solidFill>
            </a:endParaRPr>
          </a:p>
          <a:p>
            <a:pPr>
              <a:defRPr sz="2000"/>
            </a:pPr>
            <a:r>
              <a:rPr lang="en-GB">
                <a:solidFill>
                  <a:srgbClr val="FFFFFF"/>
                </a:solidFill>
              </a:rPr>
              <a:t>Successfully implemented full game logic</a:t>
            </a:r>
          </a:p>
          <a:p>
            <a:pPr>
              <a:defRPr sz="2000"/>
            </a:pPr>
            <a:r>
              <a:rPr lang="en-GB">
                <a:solidFill>
                  <a:srgbClr val="FFFFFF"/>
                </a:solidFill>
              </a:rPr>
              <a:t>Efficient memory usage &amp; UI with interrupts</a:t>
            </a:r>
          </a:p>
          <a:p>
            <a:pPr>
              <a:defRPr sz="2000"/>
            </a:pPr>
            <a:r>
              <a:rPr lang="en-GB">
                <a:solidFill>
                  <a:srgbClr val="FFFFFF"/>
                </a:solidFill>
              </a:rPr>
              <a:t>Hands-on understanding of 8086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4581A4-B1EC-888C-71D3-AB0A886851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814" r="30972" b="-1"/>
          <a:stretch>
            <a:fillRect/>
          </a:stretch>
        </p:blipFill>
        <p:spPr>
          <a:xfrm>
            <a:off x="5664199" y="10"/>
            <a:ext cx="3479801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4550113" cy="1499616"/>
          </a:xfrm>
        </p:spPr>
        <p:txBody>
          <a:bodyPr>
            <a:normAutofit/>
          </a:bodyPr>
          <a:lstStyle/>
          <a:p>
            <a:r>
              <a:rPr lang="en-GB"/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4550113" cy="4023360"/>
          </a:xfrm>
        </p:spPr>
        <p:txBody>
          <a:bodyPr>
            <a:normAutofit/>
          </a:bodyPr>
          <a:lstStyle/>
          <a:p>
            <a:endParaRPr lang="en-GB"/>
          </a:p>
          <a:p>
            <a:pPr>
              <a:defRPr sz="2000"/>
            </a:pPr>
            <a:r>
              <a:rPr lang="en-GB"/>
              <a:t>AI opponent</a:t>
            </a:r>
          </a:p>
          <a:p>
            <a:pPr>
              <a:defRPr sz="2000"/>
            </a:pPr>
            <a:r>
              <a:rPr lang="en-GB"/>
              <a:t>Score tracking</a:t>
            </a:r>
          </a:p>
          <a:p>
            <a:pPr>
              <a:defRPr sz="2000"/>
            </a:pPr>
            <a:r>
              <a:rPr lang="en-GB"/>
              <a:t>Better graphics via BIOS</a:t>
            </a:r>
          </a:p>
          <a:p>
            <a:pPr>
              <a:defRPr sz="2000"/>
            </a:pPr>
            <a:r>
              <a:rPr lang="en-GB"/>
              <a:t>Occupied position validation</a:t>
            </a:r>
          </a:p>
        </p:txBody>
      </p:sp>
      <p:pic>
        <p:nvPicPr>
          <p:cNvPr id="13" name="Picture 12" descr="Robot operating a machine">
            <a:extLst>
              <a:ext uri="{FF2B5EF4-FFF2-40B4-BE49-F238E27FC236}">
                <a16:creationId xmlns:a16="http://schemas.microsoft.com/office/drawing/2014/main" id="{44056794-29FD-EEED-A799-D2C7A93A3C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489" r="29568" b="1"/>
          <a:stretch>
            <a:fillRect/>
          </a:stretch>
        </p:blipFill>
        <p:spPr>
          <a:xfrm>
            <a:off x="5664199" y="10"/>
            <a:ext cx="3479800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E7A3056-9B88-444B-94DA-40B0F2C6E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rgbClr val="0083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5"/>
            <a:ext cx="2722626" cy="1677467"/>
          </a:xfrm>
        </p:spPr>
        <p:txBody>
          <a:bodyPr>
            <a:normAutofit/>
          </a:bodyPr>
          <a:lstStyle/>
          <a:p>
            <a:r>
              <a:rPr lang="en-GB" sz="3800"/>
              <a:t>References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820BD55-A71A-48C6-B0F7-235147F39D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9347" y="2423548"/>
            <a:ext cx="267462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584415"/>
            <a:ext cx="2722626" cy="3724944"/>
          </a:xfrm>
        </p:spPr>
        <p:txBody>
          <a:bodyPr>
            <a:normAutofit/>
          </a:bodyPr>
          <a:lstStyle/>
          <a:p>
            <a:endParaRPr lang="en-GB" sz="1700"/>
          </a:p>
          <a:p>
            <a:pPr>
              <a:defRPr sz="2000"/>
            </a:pPr>
            <a:r>
              <a:rPr lang="en-GB" sz="1700"/>
              <a:t>emu8086 Documentation</a:t>
            </a:r>
          </a:p>
          <a:p>
            <a:pPr>
              <a:defRPr sz="2000"/>
            </a:pPr>
            <a:r>
              <a:rPr lang="en-GB" sz="1700"/>
              <a:t>Ayala – 8086 Programming</a:t>
            </a:r>
          </a:p>
          <a:p>
            <a:pPr>
              <a:defRPr sz="2000"/>
            </a:pPr>
            <a:r>
              <a:rPr lang="en-GB" sz="1700"/>
              <a:t>DOS Programmer’s Reference</a:t>
            </a:r>
          </a:p>
          <a:p>
            <a:pPr>
              <a:defRPr sz="2000"/>
            </a:pPr>
            <a:r>
              <a:rPr lang="en-GB" sz="1700"/>
              <a:t>Kip Irvine – Assembly Language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215CF0-5E5E-4D2E-B3AE-366652A36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047" y="0"/>
            <a:ext cx="5182493" cy="6858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6350" ty="-10160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</TotalTime>
  <Words>275</Words>
  <Application>Microsoft Office PowerPoint</Application>
  <PresentationFormat>On-screen Show (4:3)</PresentationFormat>
  <Paragraphs>67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Tw Cen MT</vt:lpstr>
      <vt:lpstr>Tw Cen MT Condensed</vt:lpstr>
      <vt:lpstr>Wingdings 3</vt:lpstr>
      <vt:lpstr>Integral</vt:lpstr>
      <vt:lpstr>Tic-Tac-Toe Game in 8086 Assembly Language</vt:lpstr>
      <vt:lpstr>Introduction</vt:lpstr>
      <vt:lpstr>Development Tool - emu8086</vt:lpstr>
      <vt:lpstr>Problem Statement</vt:lpstr>
      <vt:lpstr>Program Structure</vt:lpstr>
      <vt:lpstr>Core Algorithms</vt:lpstr>
      <vt:lpstr>Key Code Snippets</vt:lpstr>
      <vt:lpstr>Interrupt Usage</vt:lpstr>
      <vt:lpstr>Program Flow</vt:lpstr>
      <vt:lpstr>Challenges &amp; Solutions</vt:lpstr>
      <vt:lpstr>Conclusion</vt:lpstr>
      <vt:lpstr>Future Enhancements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Sajid</dc:creator>
  <cp:keywords/>
  <dc:description>generated using python-pptx</dc:description>
  <cp:lastModifiedBy>Muhammad Sajid</cp:lastModifiedBy>
  <cp:revision>2</cp:revision>
  <dcterms:created xsi:type="dcterms:W3CDTF">2013-01-27T09:14:16Z</dcterms:created>
  <dcterms:modified xsi:type="dcterms:W3CDTF">2025-12-10T07:48:47Z</dcterms:modified>
  <cp:category/>
</cp:coreProperties>
</file>